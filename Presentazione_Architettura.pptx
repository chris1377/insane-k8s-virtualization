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33"/>
  </p:notesMasterIdLst>
  <p:handoutMasterIdLst>
    <p:handoutMasterId r:id="rId34"/>
  </p:handoutMasterIdLst>
  <p:sldIdLst>
    <p:sldId id="410" r:id="rId5"/>
    <p:sldId id="408" r:id="rId6"/>
    <p:sldId id="391" r:id="rId7"/>
    <p:sldId id="433" r:id="rId8"/>
    <p:sldId id="383" r:id="rId9"/>
    <p:sldId id="397" r:id="rId10"/>
    <p:sldId id="411" r:id="rId11"/>
    <p:sldId id="417" r:id="rId12"/>
    <p:sldId id="418" r:id="rId13"/>
    <p:sldId id="419" r:id="rId14"/>
    <p:sldId id="412" r:id="rId15"/>
    <p:sldId id="413" r:id="rId16"/>
    <p:sldId id="414" r:id="rId17"/>
    <p:sldId id="415" r:id="rId18"/>
    <p:sldId id="432" r:id="rId19"/>
    <p:sldId id="416" r:id="rId20"/>
    <p:sldId id="420" r:id="rId21"/>
    <p:sldId id="421" r:id="rId22"/>
    <p:sldId id="422" r:id="rId23"/>
    <p:sldId id="423" r:id="rId24"/>
    <p:sldId id="425" r:id="rId25"/>
    <p:sldId id="426" r:id="rId26"/>
    <p:sldId id="428" r:id="rId27"/>
    <p:sldId id="427" r:id="rId28"/>
    <p:sldId id="429" r:id="rId29"/>
    <p:sldId id="430" r:id="rId30"/>
    <p:sldId id="431" r:id="rId31"/>
    <p:sldId id="398" r:id="rId32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e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6B83F-5730-52C0-9A3E-05D3C27C0928}" v="1395" dt="2025-10-24T11:06:05.829"/>
    <p1510:client id="{83CC86D7-67D4-4DA1-81D3-8F5A554A7EAC}" v="60" dt="2025-10-23T15:22:48.210"/>
    <p1510:client id="{93CACE71-92CF-0DC3-7696-78258114F5B3}" v="446" dt="2025-10-25T10:51:59.980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ndela - christian.candela@studio.unibo.it" userId="S::christian.candela@studio.unibo.it::d9867973-c52e-4f30-8c68-5559f8f96757" providerId="AD" clId="Web-{93CACE71-92CF-0DC3-7696-78258114F5B3}"/>
    <pc:docChg chg="addSld modSld sldOrd">
      <pc:chgData name="Christian Candela - christian.candela@studio.unibo.it" userId="S::christian.candela@studio.unibo.it::d9867973-c52e-4f30-8c68-5559f8f96757" providerId="AD" clId="Web-{93CACE71-92CF-0DC3-7696-78258114F5B3}" dt="2025-10-25T10:51:59.980" v="414" actId="20577"/>
      <pc:docMkLst>
        <pc:docMk/>
      </pc:docMkLst>
      <pc:sldChg chg="modSp ord">
        <pc:chgData name="Christian Candela - christian.candela@studio.unibo.it" userId="S::christian.candela@studio.unibo.it::d9867973-c52e-4f30-8c68-5559f8f96757" providerId="AD" clId="Web-{93CACE71-92CF-0DC3-7696-78258114F5B3}" dt="2025-10-25T10:40:37.785" v="359" actId="20577"/>
        <pc:sldMkLst>
          <pc:docMk/>
          <pc:sldMk cId="3346685798" sldId="383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0:37.785" v="359" actId="20577"/>
          <ac:spMkLst>
            <pc:docMk/>
            <pc:sldMk cId="3346685798" sldId="383"/>
            <ac:spMk id="3" creationId="{3B8EBC2C-6DD7-5003-38EB-40753046FE8C}"/>
          </ac:spMkLst>
        </pc:spChg>
      </pc:sldChg>
      <pc:sldChg chg="addSp delSp modSp">
        <pc:chgData name="Christian Candela - christian.candela@studio.unibo.it" userId="S::christian.candela@studio.unibo.it::d9867973-c52e-4f30-8c68-5559f8f96757" providerId="AD" clId="Web-{93CACE71-92CF-0DC3-7696-78258114F5B3}" dt="2025-10-25T06:30:42.879" v="180" actId="20577"/>
        <pc:sldMkLst>
          <pc:docMk/>
          <pc:sldMk cId="4261132419" sldId="398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06:30:42.879" v="180" actId="20577"/>
          <ac:spMkLst>
            <pc:docMk/>
            <pc:sldMk cId="4261132419" sldId="398"/>
            <ac:spMk id="2" creationId="{F810C1B7-6E4E-3DEE-50C0-1CA3B14303EE}"/>
          </ac:spMkLst>
        </pc:spChg>
        <pc:spChg chg="del">
          <ac:chgData name="Christian Candela - christian.candela@studio.unibo.it" userId="S::christian.candela@studio.unibo.it::d9867973-c52e-4f30-8c68-5559f8f96757" providerId="AD" clId="Web-{93CACE71-92CF-0DC3-7696-78258114F5B3}" dt="2025-10-25T06:30:35.566" v="173"/>
          <ac:spMkLst>
            <pc:docMk/>
            <pc:sldMk cId="4261132419" sldId="398"/>
            <ac:spMk id="3" creationId="{8BE734F0-2DDD-AF70-F13D-F9E4C1929411}"/>
          </ac:spMkLst>
        </pc:spChg>
        <pc:spChg chg="add del mod">
          <ac:chgData name="Christian Candela - christian.candela@studio.unibo.it" userId="S::christian.candela@studio.unibo.it::d9867973-c52e-4f30-8c68-5559f8f96757" providerId="AD" clId="Web-{93CACE71-92CF-0DC3-7696-78258114F5B3}" dt="2025-10-25T06:30:37.957" v="174"/>
          <ac:spMkLst>
            <pc:docMk/>
            <pc:sldMk cId="4261132419" sldId="398"/>
            <ac:spMk id="5" creationId="{0D042E00-7CBB-8E8A-BEDF-D9147E3CBE8E}"/>
          </ac:spMkLst>
        </pc:spChg>
      </pc:sldChg>
      <pc:sldChg chg="modSp">
        <pc:chgData name="Christian Candela - christian.candela@studio.unibo.it" userId="S::christian.candela@studio.unibo.it::d9867973-c52e-4f30-8c68-5559f8f96757" providerId="AD" clId="Web-{93CACE71-92CF-0DC3-7696-78258114F5B3}" dt="2025-10-25T10:39:50.863" v="350" actId="20577"/>
        <pc:sldMkLst>
          <pc:docMk/>
          <pc:sldMk cId="888484295" sldId="408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39:50.863" v="350" actId="20577"/>
          <ac:spMkLst>
            <pc:docMk/>
            <pc:sldMk cId="888484295" sldId="408"/>
            <ac:spMk id="3" creationId="{DB097449-5B72-ADA0-3B2D-1CBC160D6B90}"/>
          </ac:spMkLst>
        </pc:spChg>
      </pc:sldChg>
      <pc:sldChg chg="delSp">
        <pc:chgData name="Christian Candela - christian.candela@studio.unibo.it" userId="S::christian.candela@studio.unibo.it::d9867973-c52e-4f30-8c68-5559f8f96757" providerId="AD" clId="Web-{93CACE71-92CF-0DC3-7696-78258114F5B3}" dt="2025-10-25T07:47:57.334" v="190"/>
        <pc:sldMkLst>
          <pc:docMk/>
          <pc:sldMk cId="1710774729" sldId="411"/>
        </pc:sldMkLst>
        <pc:picChg chg="del">
          <ac:chgData name="Christian Candela - christian.candela@studio.unibo.it" userId="S::christian.candela@studio.unibo.it::d9867973-c52e-4f30-8c68-5559f8f96757" providerId="AD" clId="Web-{93CACE71-92CF-0DC3-7696-78258114F5B3}" dt="2025-10-25T07:47:57.334" v="190"/>
          <ac:picMkLst>
            <pc:docMk/>
            <pc:sldMk cId="1710774729" sldId="411"/>
            <ac:picMk id="9" creationId="{B6F0B7E0-6365-D185-1925-B64C854684D6}"/>
          </ac:picMkLst>
        </pc:picChg>
      </pc:sldChg>
      <pc:sldChg chg="modSp">
        <pc:chgData name="Christian Candela - christian.candela@studio.unibo.it" userId="S::christian.candela@studio.unibo.it::d9867973-c52e-4f30-8c68-5559f8f96757" providerId="AD" clId="Web-{93CACE71-92CF-0DC3-7696-78258114F5B3}" dt="2025-10-25T10:45:24.180" v="370" actId="20577"/>
        <pc:sldMkLst>
          <pc:docMk/>
          <pc:sldMk cId="1454149314" sldId="412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5:24.180" v="370" actId="20577"/>
          <ac:spMkLst>
            <pc:docMk/>
            <pc:sldMk cId="1454149314" sldId="412"/>
            <ac:spMk id="2" creationId="{6685E16D-0C1B-80AE-3093-1F9ED440D2C3}"/>
          </ac:spMkLst>
        </pc:spChg>
      </pc:sldChg>
      <pc:sldChg chg="modSp ord">
        <pc:chgData name="Christian Candela - christian.candela@studio.unibo.it" userId="S::christian.candela@studio.unibo.it::d9867973-c52e-4f30-8c68-5559f8f96757" providerId="AD" clId="Web-{93CACE71-92CF-0DC3-7696-78258114F5B3}" dt="2025-10-25T10:45:42.258" v="372" actId="20577"/>
        <pc:sldMkLst>
          <pc:docMk/>
          <pc:sldMk cId="3922014344" sldId="413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5:42.258" v="372" actId="20577"/>
          <ac:spMkLst>
            <pc:docMk/>
            <pc:sldMk cId="3922014344" sldId="413"/>
            <ac:spMk id="3" creationId="{FDBE2824-9BFA-88FC-BF91-B13FDBEFE1FE}"/>
          </ac:spMkLst>
        </pc:spChg>
      </pc:sldChg>
      <pc:sldChg chg="modSp">
        <pc:chgData name="Christian Candela - christian.candela@studio.unibo.it" userId="S::christian.candela@studio.unibo.it::d9867973-c52e-4f30-8c68-5559f8f96757" providerId="AD" clId="Web-{93CACE71-92CF-0DC3-7696-78258114F5B3}" dt="2025-10-25T10:46:00.571" v="374" actId="20577"/>
        <pc:sldMkLst>
          <pc:docMk/>
          <pc:sldMk cId="2626634594" sldId="414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6:00.571" v="374" actId="20577"/>
          <ac:spMkLst>
            <pc:docMk/>
            <pc:sldMk cId="2626634594" sldId="414"/>
            <ac:spMk id="3" creationId="{A3B262AF-9E03-D4B6-658C-AC0716BA6E9B}"/>
          </ac:spMkLst>
        </pc:spChg>
      </pc:sldChg>
      <pc:sldChg chg="modSp">
        <pc:chgData name="Christian Candela - christian.candela@studio.unibo.it" userId="S::christian.candela@studio.unibo.it::d9867973-c52e-4f30-8c68-5559f8f96757" providerId="AD" clId="Web-{93CACE71-92CF-0DC3-7696-78258114F5B3}" dt="2025-10-25T10:46:07.400" v="376" actId="20577"/>
        <pc:sldMkLst>
          <pc:docMk/>
          <pc:sldMk cId="2939557746" sldId="415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6:07.400" v="376" actId="20577"/>
          <ac:spMkLst>
            <pc:docMk/>
            <pc:sldMk cId="2939557746" sldId="415"/>
            <ac:spMk id="3" creationId="{815E6CBC-6BA3-E782-971D-7AEE4FFBBFE9}"/>
          </ac:spMkLst>
        </pc:spChg>
      </pc:sldChg>
      <pc:sldChg chg="modSp ord">
        <pc:chgData name="Christian Candela - christian.candela@studio.unibo.it" userId="S::christian.candela@studio.unibo.it::d9867973-c52e-4f30-8c68-5559f8f96757" providerId="AD" clId="Web-{93CACE71-92CF-0DC3-7696-78258114F5B3}" dt="2025-10-25T10:44:49.429" v="369" actId="20577"/>
        <pc:sldMkLst>
          <pc:docMk/>
          <pc:sldMk cId="2368053695" sldId="417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4:49.429" v="369" actId="20577"/>
          <ac:spMkLst>
            <pc:docMk/>
            <pc:sldMk cId="2368053695" sldId="417"/>
            <ac:spMk id="2" creationId="{D5A3BF0B-35C4-9F0E-13A7-36F2BDFA80D5}"/>
          </ac:spMkLst>
        </pc:spChg>
      </pc:sldChg>
      <pc:sldChg chg="ord">
        <pc:chgData name="Christian Candela - christian.candela@studio.unibo.it" userId="S::christian.candela@studio.unibo.it::d9867973-c52e-4f30-8c68-5559f8f96757" providerId="AD" clId="Web-{93CACE71-92CF-0DC3-7696-78258114F5B3}" dt="2025-10-25T08:44:15.149" v="332"/>
        <pc:sldMkLst>
          <pc:docMk/>
          <pc:sldMk cId="2698451644" sldId="418"/>
        </pc:sldMkLst>
      </pc:sldChg>
      <pc:sldChg chg="ord">
        <pc:chgData name="Christian Candela - christian.candela@studio.unibo.it" userId="S::christian.candela@studio.unibo.it::d9867973-c52e-4f30-8c68-5559f8f96757" providerId="AD" clId="Web-{93CACE71-92CF-0DC3-7696-78258114F5B3}" dt="2025-10-25T08:44:15.149" v="331"/>
        <pc:sldMkLst>
          <pc:docMk/>
          <pc:sldMk cId="3778510117" sldId="419"/>
        </pc:sldMkLst>
      </pc:sldChg>
      <pc:sldChg chg="modSp">
        <pc:chgData name="Christian Candela - christian.candela@studio.unibo.it" userId="S::christian.candela@studio.unibo.it::d9867973-c52e-4f30-8c68-5559f8f96757" providerId="AD" clId="Web-{93CACE71-92CF-0DC3-7696-78258114F5B3}" dt="2025-10-25T10:47:07.263" v="378" actId="20577"/>
        <pc:sldMkLst>
          <pc:docMk/>
          <pc:sldMk cId="3233654547" sldId="420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7:07.263" v="378" actId="20577"/>
          <ac:spMkLst>
            <pc:docMk/>
            <pc:sldMk cId="3233654547" sldId="420"/>
            <ac:spMk id="12" creationId="{A42ABDF7-649A-6B86-874E-86E8CC60231F}"/>
          </ac:spMkLst>
        </pc:spChg>
      </pc:sldChg>
      <pc:sldChg chg="modSp">
        <pc:chgData name="Christian Candela - christian.candela@studio.unibo.it" userId="S::christian.candela@studio.unibo.it::d9867973-c52e-4f30-8c68-5559f8f96757" providerId="AD" clId="Web-{93CACE71-92CF-0DC3-7696-78258114F5B3}" dt="2025-10-25T10:51:59.980" v="414" actId="20577"/>
        <pc:sldMkLst>
          <pc:docMk/>
          <pc:sldMk cId="2802769784" sldId="421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51:59.980" v="414" actId="20577"/>
          <ac:spMkLst>
            <pc:docMk/>
            <pc:sldMk cId="2802769784" sldId="421"/>
            <ac:spMk id="12" creationId="{4496A9C7-8AE9-1B70-CA3B-E4A25FBD1F39}"/>
          </ac:spMkLst>
        </pc:spChg>
      </pc:sldChg>
      <pc:sldChg chg="modSp">
        <pc:chgData name="Christian Candela - christian.candela@studio.unibo.it" userId="S::christian.candela@studio.unibo.it::d9867973-c52e-4f30-8c68-5559f8f96757" providerId="AD" clId="Web-{93CACE71-92CF-0DC3-7696-78258114F5B3}" dt="2025-10-25T10:47:44.078" v="387" actId="20577"/>
        <pc:sldMkLst>
          <pc:docMk/>
          <pc:sldMk cId="2338641972" sldId="422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7:44.078" v="387" actId="20577"/>
          <ac:spMkLst>
            <pc:docMk/>
            <pc:sldMk cId="2338641972" sldId="422"/>
            <ac:spMk id="2" creationId="{C78DB57C-B3DB-D58A-9ACA-93B3F8E9019F}"/>
          </ac:spMkLst>
        </pc:spChg>
      </pc:sldChg>
      <pc:sldChg chg="modSp">
        <pc:chgData name="Christian Candela - christian.candela@studio.unibo.it" userId="S::christian.candela@studio.unibo.it::d9867973-c52e-4f30-8c68-5559f8f96757" providerId="AD" clId="Web-{93CACE71-92CF-0DC3-7696-78258114F5B3}" dt="2025-10-25T10:47:54.032" v="389" actId="20577"/>
        <pc:sldMkLst>
          <pc:docMk/>
          <pc:sldMk cId="1779733616" sldId="423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7:54.032" v="389" actId="20577"/>
          <ac:spMkLst>
            <pc:docMk/>
            <pc:sldMk cId="1779733616" sldId="423"/>
            <ac:spMk id="2" creationId="{95388D88-A2D8-5276-5549-85127802002F}"/>
          </ac:spMkLst>
        </pc:spChg>
      </pc:sldChg>
      <pc:sldChg chg="modSp">
        <pc:chgData name="Christian Candela - christian.candela@studio.unibo.it" userId="S::christian.candela@studio.unibo.it::d9867973-c52e-4f30-8c68-5559f8f96757" providerId="AD" clId="Web-{93CACE71-92CF-0DC3-7696-78258114F5B3}" dt="2025-10-25T10:49:27.271" v="410" actId="20577"/>
        <pc:sldMkLst>
          <pc:docMk/>
          <pc:sldMk cId="3545692909" sldId="425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9:27.271" v="410" actId="20577"/>
          <ac:spMkLst>
            <pc:docMk/>
            <pc:sldMk cId="3545692909" sldId="425"/>
            <ac:spMk id="4" creationId="{DABC5172-3415-A5AD-EDE9-8D3F8967F2E3}"/>
          </ac:spMkLst>
        </pc:spChg>
      </pc:sldChg>
      <pc:sldChg chg="modSp">
        <pc:chgData name="Christian Candela - christian.candela@studio.unibo.it" userId="S::christian.candela@studio.unibo.it::d9867973-c52e-4f30-8c68-5559f8f96757" providerId="AD" clId="Web-{93CACE71-92CF-0DC3-7696-78258114F5B3}" dt="2025-10-25T10:48:15.986" v="394" actId="20577"/>
        <pc:sldMkLst>
          <pc:docMk/>
          <pc:sldMk cId="785238853" sldId="426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8:15.986" v="394" actId="20577"/>
          <ac:spMkLst>
            <pc:docMk/>
            <pc:sldMk cId="785238853" sldId="426"/>
            <ac:spMk id="4" creationId="{422B8D7B-9043-E4FF-9255-0E5DAC1B41E5}"/>
          </ac:spMkLst>
        </pc:spChg>
        <pc:graphicFrameChg chg="mod modGraphic">
          <ac:chgData name="Christian Candela - christian.candela@studio.unibo.it" userId="S::christian.candela@studio.unibo.it::d9867973-c52e-4f30-8c68-5559f8f96757" providerId="AD" clId="Web-{93CACE71-92CF-0DC3-7696-78258114F5B3}" dt="2025-10-25T07:47:16.817" v="187"/>
          <ac:graphicFrameMkLst>
            <pc:docMk/>
            <pc:sldMk cId="785238853" sldId="426"/>
            <ac:graphicFrameMk id="8" creationId="{7974EA8C-4670-865B-0AE4-77DC5C8E630A}"/>
          </ac:graphicFrameMkLst>
        </pc:graphicFrameChg>
        <pc:graphicFrameChg chg="mod modGraphic">
          <ac:chgData name="Christian Candela - christian.candela@studio.unibo.it" userId="S::christian.candela@studio.unibo.it::d9867973-c52e-4f30-8c68-5559f8f96757" providerId="AD" clId="Web-{93CACE71-92CF-0DC3-7696-78258114F5B3}" dt="2025-10-25T10:41:09.801" v="366"/>
          <ac:graphicFrameMkLst>
            <pc:docMk/>
            <pc:sldMk cId="785238853" sldId="426"/>
            <ac:graphicFrameMk id="10" creationId="{3F7768E5-70AD-B37E-0B93-8823F031F62D}"/>
          </ac:graphicFrameMkLst>
        </pc:graphicFrameChg>
      </pc:sldChg>
      <pc:sldChg chg="modSp">
        <pc:chgData name="Christian Candela - christian.candela@studio.unibo.it" userId="S::christian.candela@studio.unibo.it::d9867973-c52e-4f30-8c68-5559f8f96757" providerId="AD" clId="Web-{93CACE71-92CF-0DC3-7696-78258114F5B3}" dt="2025-10-25T10:49:18.911" v="407" actId="20577"/>
        <pc:sldMkLst>
          <pc:docMk/>
          <pc:sldMk cId="2840405129" sldId="428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9:18.911" v="407" actId="20577"/>
          <ac:spMkLst>
            <pc:docMk/>
            <pc:sldMk cId="2840405129" sldId="428"/>
            <ac:spMk id="4" creationId="{06108387-BFF7-8C8A-BC12-5362F7CEA9B1}"/>
          </ac:spMkLst>
        </pc:spChg>
        <pc:graphicFrameChg chg="mod modGraphic">
          <ac:chgData name="Christian Candela - christian.candela@studio.unibo.it" userId="S::christian.candela@studio.unibo.it::d9867973-c52e-4f30-8c68-5559f8f96757" providerId="AD" clId="Web-{93CACE71-92CF-0DC3-7696-78258114F5B3}" dt="2025-10-25T09:30:13.236" v="347"/>
          <ac:graphicFrameMkLst>
            <pc:docMk/>
            <pc:sldMk cId="2840405129" sldId="428"/>
            <ac:graphicFrameMk id="6" creationId="{48FA66AA-26A6-8375-720B-BBE4C49C8974}"/>
          </ac:graphicFrameMkLst>
        </pc:graphicFrameChg>
        <pc:graphicFrameChg chg="mod modGraphic">
          <ac:chgData name="Christian Candela - christian.candela@studio.unibo.it" userId="S::christian.candela@studio.unibo.it::d9867973-c52e-4f30-8c68-5559f8f96757" providerId="AD" clId="Web-{93CACE71-92CF-0DC3-7696-78258114F5B3}" dt="2025-10-25T09:30:08.533" v="345"/>
          <ac:graphicFrameMkLst>
            <pc:docMk/>
            <pc:sldMk cId="2840405129" sldId="428"/>
            <ac:graphicFrameMk id="10" creationId="{5C7EEF33-1234-8D65-5325-3F2E72FB6493}"/>
          </ac:graphicFrameMkLst>
        </pc:graphicFrameChg>
      </pc:sldChg>
      <pc:sldChg chg="addSp delSp modSp add replId">
        <pc:chgData name="Christian Candela - christian.candela@studio.unibo.it" userId="S::christian.candela@studio.unibo.it::d9867973-c52e-4f30-8c68-5559f8f96757" providerId="AD" clId="Web-{93CACE71-92CF-0DC3-7696-78258114F5B3}" dt="2025-10-25T10:49:13.770" v="406" actId="20577"/>
        <pc:sldMkLst>
          <pc:docMk/>
          <pc:sldMk cId="3047620855" sldId="429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06:16:03.297" v="2" actId="20577"/>
          <ac:spMkLst>
            <pc:docMk/>
            <pc:sldMk cId="3047620855" sldId="429"/>
            <ac:spMk id="2" creationId="{8E86CA6F-78C0-2C6D-54F5-14EFDE877318}"/>
          </ac:spMkLst>
        </pc:spChg>
        <pc:spChg chg="mod">
          <ac:chgData name="Christian Candela - christian.candela@studio.unibo.it" userId="S::christian.candela@studio.unibo.it::d9867973-c52e-4f30-8c68-5559f8f96757" providerId="AD" clId="Web-{93CACE71-92CF-0DC3-7696-78258114F5B3}" dt="2025-10-25T06:20:54.568" v="96" actId="20577"/>
          <ac:spMkLst>
            <pc:docMk/>
            <pc:sldMk cId="3047620855" sldId="429"/>
            <ac:spMk id="3" creationId="{031C56F4-EE94-17CD-23E7-102032349DAD}"/>
          </ac:spMkLst>
        </pc:spChg>
        <pc:spChg chg="add mod">
          <ac:chgData name="Christian Candela - christian.candela@studio.unibo.it" userId="S::christian.candela@studio.unibo.it::d9867973-c52e-4f30-8c68-5559f8f96757" providerId="AD" clId="Web-{93CACE71-92CF-0DC3-7696-78258114F5B3}" dt="2025-10-25T06:23:16.993" v="119" actId="1076"/>
          <ac:spMkLst>
            <pc:docMk/>
            <pc:sldMk cId="3047620855" sldId="429"/>
            <ac:spMk id="6" creationId="{4E00C435-4C84-E56D-FA5B-F7AAF9D31A54}"/>
          </ac:spMkLst>
        </pc:spChg>
        <pc:spChg chg="add mod">
          <ac:chgData name="Christian Candela - christian.candela@studio.unibo.it" userId="S::christian.candela@studio.unibo.it::d9867973-c52e-4f30-8c68-5559f8f96757" providerId="AD" clId="Web-{93CACE71-92CF-0DC3-7696-78258114F5B3}" dt="2025-10-25T10:49:13.770" v="406" actId="20577"/>
          <ac:spMkLst>
            <pc:docMk/>
            <pc:sldMk cId="3047620855" sldId="429"/>
            <ac:spMk id="8" creationId="{10BB337B-D6D8-6A4F-EA79-23B3B4C0A3C9}"/>
          </ac:spMkLst>
        </pc:spChg>
        <pc:picChg chg="del">
          <ac:chgData name="Christian Candela - christian.candela@studio.unibo.it" userId="S::christian.candela@studio.unibo.it::d9867973-c52e-4f30-8c68-5559f8f96757" providerId="AD" clId="Web-{93CACE71-92CF-0DC3-7696-78258114F5B3}" dt="2025-10-25T06:16:04.922" v="3"/>
          <ac:picMkLst>
            <pc:docMk/>
            <pc:sldMk cId="3047620855" sldId="429"/>
            <ac:picMk id="5" creationId="{6C2495CC-C37D-5D6D-D956-DE2CEF68D6D1}"/>
          </ac:picMkLst>
        </pc:picChg>
        <pc:picChg chg="del">
          <ac:chgData name="Christian Candela - christian.candela@studio.unibo.it" userId="S::christian.candela@studio.unibo.it::d9867973-c52e-4f30-8c68-5559f8f96757" providerId="AD" clId="Web-{93CACE71-92CF-0DC3-7696-78258114F5B3}" dt="2025-10-25T06:16:06.156" v="4"/>
          <ac:picMkLst>
            <pc:docMk/>
            <pc:sldMk cId="3047620855" sldId="429"/>
            <ac:picMk id="7" creationId="{460440E7-DD8C-D2B9-F8E9-5B0CB50736B9}"/>
          </ac:picMkLst>
        </pc:picChg>
        <pc:picChg chg="add mod">
          <ac:chgData name="Christian Candela - christian.candela@studio.unibo.it" userId="S::christian.candela@studio.unibo.it::d9867973-c52e-4f30-8c68-5559f8f96757" providerId="AD" clId="Web-{93CACE71-92CF-0DC3-7696-78258114F5B3}" dt="2025-10-25T06:31:21.802" v="183" actId="1076"/>
          <ac:picMkLst>
            <pc:docMk/>
            <pc:sldMk cId="3047620855" sldId="429"/>
            <ac:picMk id="9" creationId="{5324CE2F-A236-D4A4-7D61-53BC2030D83A}"/>
          </ac:picMkLst>
        </pc:picChg>
      </pc:sldChg>
      <pc:sldChg chg="addSp delSp modSp add replId">
        <pc:chgData name="Christian Candela - christian.candela@studio.unibo.it" userId="S::christian.candela@studio.unibo.it::d9867973-c52e-4f30-8c68-5559f8f96757" providerId="AD" clId="Web-{93CACE71-92CF-0DC3-7696-78258114F5B3}" dt="2025-10-25T10:49:00.082" v="402" actId="20577"/>
        <pc:sldMkLst>
          <pc:docMk/>
          <pc:sldMk cId="3516798176" sldId="430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06:24:32.984" v="131" actId="1076"/>
          <ac:spMkLst>
            <pc:docMk/>
            <pc:sldMk cId="3516798176" sldId="430"/>
            <ac:spMk id="2" creationId="{94C3CE6B-9809-D00C-B8E3-2B8BEF78F76E}"/>
          </ac:spMkLst>
        </pc:spChg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9:00.082" v="402" actId="20577"/>
          <ac:spMkLst>
            <pc:docMk/>
            <pc:sldMk cId="3516798176" sldId="430"/>
            <ac:spMk id="4" creationId="{959E80BB-1B71-4A93-5FE6-CE97FE6BD2A5}"/>
          </ac:spMkLst>
        </pc:spChg>
        <pc:graphicFrameChg chg="del">
          <ac:chgData name="Christian Candela - christian.candela@studio.unibo.it" userId="S::christian.candela@studio.unibo.it::d9867973-c52e-4f30-8c68-5559f8f96757" providerId="AD" clId="Web-{93CACE71-92CF-0DC3-7696-78258114F5B3}" dt="2025-10-25T06:24:05.450" v="123"/>
          <ac:graphicFrameMkLst>
            <pc:docMk/>
            <pc:sldMk cId="3516798176" sldId="430"/>
            <ac:graphicFrameMk id="6" creationId="{F6E1812A-FED6-D99C-12E7-495D2F3D1F20}"/>
          </ac:graphicFrameMkLst>
        </pc:graphicFrameChg>
        <pc:graphicFrameChg chg="del">
          <ac:chgData name="Christian Candela - christian.candela@studio.unibo.it" userId="S::christian.candela@studio.unibo.it::d9867973-c52e-4f30-8c68-5559f8f96757" providerId="AD" clId="Web-{93CACE71-92CF-0DC3-7696-78258114F5B3}" dt="2025-10-25T06:24:07.091" v="124"/>
          <ac:graphicFrameMkLst>
            <pc:docMk/>
            <pc:sldMk cId="3516798176" sldId="430"/>
            <ac:graphicFrameMk id="10" creationId="{4F559EEC-63E5-CA4D-0BE8-FB22B2A523E9}"/>
          </ac:graphicFrameMkLst>
        </pc:graphicFrameChg>
        <pc:picChg chg="del">
          <ac:chgData name="Christian Candela - christian.candela@studio.unibo.it" userId="S::christian.candela@studio.unibo.it::d9867973-c52e-4f30-8c68-5559f8f96757" providerId="AD" clId="Web-{93CACE71-92CF-0DC3-7696-78258114F5B3}" dt="2025-10-25T06:24:09.013" v="125"/>
          <ac:picMkLst>
            <pc:docMk/>
            <pc:sldMk cId="3516798176" sldId="430"/>
            <ac:picMk id="3" creationId="{79A52AE7-29CF-C080-BA30-AC9DEBF8D47C}"/>
          </ac:picMkLst>
        </pc:picChg>
        <pc:picChg chg="add mod">
          <ac:chgData name="Christian Candela - christian.candela@studio.unibo.it" userId="S::christian.candela@studio.unibo.it::d9867973-c52e-4f30-8c68-5559f8f96757" providerId="AD" clId="Web-{93CACE71-92CF-0DC3-7696-78258114F5B3}" dt="2025-10-25T06:24:35.875" v="132" actId="1076"/>
          <ac:picMkLst>
            <pc:docMk/>
            <pc:sldMk cId="3516798176" sldId="430"/>
            <ac:picMk id="5" creationId="{0ED35D4F-E7A1-9194-C69F-B4F74248812D}"/>
          </ac:picMkLst>
        </pc:picChg>
      </pc:sldChg>
      <pc:sldChg chg="addSp delSp modSp add replId">
        <pc:chgData name="Christian Candela - christian.candela@studio.unibo.it" userId="S::christian.candela@studio.unibo.it::d9867973-c52e-4f30-8c68-5559f8f96757" providerId="AD" clId="Web-{93CACE71-92CF-0DC3-7696-78258114F5B3}" dt="2025-10-25T10:49:08.442" v="405" actId="20577"/>
        <pc:sldMkLst>
          <pc:docMk/>
          <pc:sldMk cId="3105768472" sldId="431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10:49:08.442" v="405" actId="20577"/>
          <ac:spMkLst>
            <pc:docMk/>
            <pc:sldMk cId="3105768472" sldId="431"/>
            <ac:spMk id="2" creationId="{B07CFB53-5572-6CD6-6545-1CD546EF3D61}"/>
          </ac:spMkLst>
        </pc:spChg>
        <pc:spChg chg="mod">
          <ac:chgData name="Christian Candela - christian.candela@studio.unibo.it" userId="S::christian.candela@studio.unibo.it::d9867973-c52e-4f30-8c68-5559f8f96757" providerId="AD" clId="Web-{93CACE71-92CF-0DC3-7696-78258114F5B3}" dt="2025-10-25T06:28:19.874" v="159" actId="20577"/>
          <ac:spMkLst>
            <pc:docMk/>
            <pc:sldMk cId="3105768472" sldId="431"/>
            <ac:spMk id="3" creationId="{6A4A2A9E-2D19-51B7-5054-5305C2AC061A}"/>
          </ac:spMkLst>
        </pc:spChg>
        <pc:graphicFrameChg chg="del">
          <ac:chgData name="Christian Candela - christian.candela@studio.unibo.it" userId="S::christian.candela@studio.unibo.it::d9867973-c52e-4f30-8c68-5559f8f96757" providerId="AD" clId="Web-{93CACE71-92CF-0DC3-7696-78258114F5B3}" dt="2025-10-25T06:27:07.198" v="152"/>
          <ac:graphicFrameMkLst>
            <pc:docMk/>
            <pc:sldMk cId="3105768472" sldId="431"/>
            <ac:graphicFrameMk id="5" creationId="{1BCC2D4A-E9EA-BD8A-28BE-1970A2A46816}"/>
          </ac:graphicFrameMkLst>
        </pc:graphicFrameChg>
        <pc:picChg chg="add mod">
          <ac:chgData name="Christian Candela - christian.candela@studio.unibo.it" userId="S::christian.candela@studio.unibo.it::d9867973-c52e-4f30-8c68-5559f8f96757" providerId="AD" clId="Web-{93CACE71-92CF-0DC3-7696-78258114F5B3}" dt="2025-10-25T06:27:23.137" v="155" actId="1076"/>
          <ac:picMkLst>
            <pc:docMk/>
            <pc:sldMk cId="3105768472" sldId="431"/>
            <ac:picMk id="4" creationId="{A30E5180-8629-46F9-8335-0487E7B87483}"/>
          </ac:picMkLst>
        </pc:picChg>
        <pc:picChg chg="del">
          <ac:chgData name="Christian Candela - christian.candela@studio.unibo.it" userId="S::christian.candela@studio.unibo.it::d9867973-c52e-4f30-8c68-5559f8f96757" providerId="AD" clId="Web-{93CACE71-92CF-0DC3-7696-78258114F5B3}" dt="2025-10-25T06:27:09.792" v="153"/>
          <ac:picMkLst>
            <pc:docMk/>
            <pc:sldMk cId="3105768472" sldId="431"/>
            <ac:picMk id="7" creationId="{B1856185-9F28-5DE0-A6CD-9553652C0BF5}"/>
          </ac:picMkLst>
        </pc:picChg>
      </pc:sldChg>
      <pc:sldChg chg="modSp add replId">
        <pc:chgData name="Christian Candela - christian.candela@studio.unibo.it" userId="S::christian.candela@studio.unibo.it::d9867973-c52e-4f30-8c68-5559f8f96757" providerId="AD" clId="Web-{93CACE71-92CF-0DC3-7696-78258114F5B3}" dt="2025-10-25T07:47:51.553" v="189" actId="20577"/>
        <pc:sldMkLst>
          <pc:docMk/>
          <pc:sldMk cId="527344500" sldId="432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07:47:51.553" v="189" actId="20577"/>
          <ac:spMkLst>
            <pc:docMk/>
            <pc:sldMk cId="527344500" sldId="432"/>
            <ac:spMk id="2" creationId="{DB3E1647-A259-D887-C2D5-E8CF1D04F811}"/>
          </ac:spMkLst>
        </pc:spChg>
      </pc:sldChg>
      <pc:sldChg chg="addSp delSp modSp add replId">
        <pc:chgData name="Christian Candela - christian.candela@studio.unibo.it" userId="S::christian.candela@studio.unibo.it::d9867973-c52e-4f30-8c68-5559f8f96757" providerId="AD" clId="Web-{93CACE71-92CF-0DC3-7696-78258114F5B3}" dt="2025-10-25T10:40:06.722" v="352" actId="20577"/>
        <pc:sldMkLst>
          <pc:docMk/>
          <pc:sldMk cId="2454033664" sldId="433"/>
        </pc:sldMkLst>
        <pc:spChg chg="mod">
          <ac:chgData name="Christian Candela - christian.candela@studio.unibo.it" userId="S::christian.candela@studio.unibo.it::d9867973-c52e-4f30-8c68-5559f8f96757" providerId="AD" clId="Web-{93CACE71-92CF-0DC3-7696-78258114F5B3}" dt="2025-10-25T07:48:21.944" v="203" actId="20577"/>
          <ac:spMkLst>
            <pc:docMk/>
            <pc:sldMk cId="2454033664" sldId="433"/>
            <ac:spMk id="2" creationId="{03F03B67-77AE-64A1-5504-F443AB39521F}"/>
          </ac:spMkLst>
        </pc:spChg>
        <pc:spChg chg="add mod">
          <ac:chgData name="Christian Candela - christian.candela@studio.unibo.it" userId="S::christian.candela@studio.unibo.it::d9867973-c52e-4f30-8c68-5559f8f96757" providerId="AD" clId="Web-{93CACE71-92CF-0DC3-7696-78258114F5B3}" dt="2025-10-25T10:40:06.722" v="352" actId="20577"/>
          <ac:spMkLst>
            <pc:docMk/>
            <pc:sldMk cId="2454033664" sldId="433"/>
            <ac:spMk id="6" creationId="{B7BA3FF9-17B7-4ADF-6525-69C0C1D8E78D}"/>
          </ac:spMkLst>
        </pc:spChg>
        <pc:graphicFrameChg chg="add mod modGraphic">
          <ac:chgData name="Christian Candela - christian.candela@studio.unibo.it" userId="S::christian.candela@studio.unibo.it::d9867973-c52e-4f30-8c68-5559f8f96757" providerId="AD" clId="Web-{93CACE71-92CF-0DC3-7696-78258114F5B3}" dt="2025-10-25T08:02:44.702" v="330"/>
          <ac:graphicFrameMkLst>
            <pc:docMk/>
            <pc:sldMk cId="2454033664" sldId="433"/>
            <ac:graphicFrameMk id="3" creationId="{BC709719-23EA-3548-A5BB-1A63B011F59E}"/>
          </ac:graphicFrameMkLst>
        </pc:graphicFrameChg>
        <pc:graphicFrameChg chg="del">
          <ac:chgData name="Christian Candela - christian.candela@studio.unibo.it" userId="S::christian.candela@studio.unibo.it::d9867973-c52e-4f30-8c68-5559f8f96757" providerId="AD" clId="Web-{93CACE71-92CF-0DC3-7696-78258114F5B3}" dt="2025-10-25T07:48:25.241" v="204"/>
          <ac:graphicFrameMkLst>
            <pc:docMk/>
            <pc:sldMk cId="2454033664" sldId="433"/>
            <ac:graphicFrameMk id="4" creationId="{5C73F21D-5B96-7624-85EF-48A1E784C140}"/>
          </ac:graphicFrameMkLst>
        </pc:graphicFrameChg>
        <pc:graphicFrameChg chg="mod modGraphic">
          <ac:chgData name="Christian Candela - christian.candela@studio.unibo.it" userId="S::christian.candela@studio.unibo.it::d9867973-c52e-4f30-8c68-5559f8f96757" providerId="AD" clId="Web-{93CACE71-92CF-0DC3-7696-78258114F5B3}" dt="2025-10-25T08:02:42.405" v="329"/>
          <ac:graphicFrameMkLst>
            <pc:docMk/>
            <pc:sldMk cId="2454033664" sldId="433"/>
            <ac:graphicFrameMk id="8" creationId="{7123B4BA-3BDA-3072-7BB3-A89053A2EF98}"/>
          </ac:graphicFrameMkLst>
        </pc:graphicFrameChg>
      </pc:sldChg>
    </pc:docChg>
  </pc:docChgLst>
  <pc:docChgLst>
    <pc:chgData name="Christian Candela - christian.candela@studio.unibo.it" userId="S::christian.candela@studio.unibo.it::d9867973-c52e-4f30-8c68-5559f8f96757" providerId="AD" clId="Web-{1A66B83F-5730-52C0-9A3E-05D3C27C0928}"/>
    <pc:docChg chg="addSld delSld modSld sldOrd">
      <pc:chgData name="Christian Candela - christian.candela@studio.unibo.it" userId="S::christian.candela@studio.unibo.it::d9867973-c52e-4f30-8c68-5559f8f96757" providerId="AD" clId="Web-{1A66B83F-5730-52C0-9A3E-05D3C27C0928}" dt="2025-10-24T11:06:05.829" v="1283" actId="1076"/>
      <pc:docMkLst>
        <pc:docMk/>
      </pc:docMkLst>
      <pc:sldChg chg="addSp modSp add replId">
        <pc:chgData name="Christian Candela - christian.candela@studio.unibo.it" userId="S::christian.candela@studio.unibo.it::d9867973-c52e-4f30-8c68-5559f8f96757" providerId="AD" clId="Web-{1A66B83F-5730-52C0-9A3E-05D3C27C0928}" dt="2025-10-24T09:10:16.304" v="496" actId="20577"/>
        <pc:sldMkLst>
          <pc:docMk/>
          <pc:sldMk cId="2368053695" sldId="417"/>
        </pc:sldMkLst>
        <pc:spChg chg="mod">
          <ac:chgData name="Christian Candela - christian.candela@studio.unibo.it" userId="S::christian.candela@studio.unibo.it::d9867973-c52e-4f30-8c68-5559f8f96757" providerId="AD" clId="Web-{1A66B83F-5730-52C0-9A3E-05D3C27C0928}" dt="2025-10-24T08:49:10.129" v="184" actId="20577"/>
          <ac:spMkLst>
            <pc:docMk/>
            <pc:sldMk cId="2368053695" sldId="417"/>
            <ac:spMk id="2" creationId="{D5A3BF0B-35C4-9F0E-13A7-36F2BDFA80D5}"/>
          </ac:spMkLst>
        </pc:spChg>
        <pc:spChg chg="mod">
          <ac:chgData name="Christian Candela - christian.candela@studio.unibo.it" userId="S::christian.candela@studio.unibo.it::d9867973-c52e-4f30-8c68-5559f8f96757" providerId="AD" clId="Web-{1A66B83F-5730-52C0-9A3E-05D3C27C0928}" dt="2025-10-24T09:10:16.304" v="496" actId="20577"/>
          <ac:spMkLst>
            <pc:docMk/>
            <pc:sldMk cId="2368053695" sldId="417"/>
            <ac:spMk id="3" creationId="{AE1AEACD-3EDE-D225-AB46-7E00D8A97C9E}"/>
          </ac:spMkLst>
        </pc:spChg>
        <pc:graphicFrameChg chg="mod modGraphic">
          <ac:chgData name="Christian Candela - christian.candela@studio.unibo.it" userId="S::christian.candela@studio.unibo.it::d9867973-c52e-4f30-8c68-5559f8f96757" providerId="AD" clId="Web-{1A66B83F-5730-52C0-9A3E-05D3C27C0928}" dt="2025-10-24T08:32:26.041" v="27" actId="1076"/>
          <ac:graphicFrameMkLst>
            <pc:docMk/>
            <pc:sldMk cId="2368053695" sldId="417"/>
            <ac:graphicFrameMk id="4" creationId="{F622118C-E389-4945-4FB0-4C135D10D3EA}"/>
          </ac:graphicFrameMkLst>
        </pc:graphicFrameChg>
        <pc:graphicFrameChg chg="add mod modGraphic">
          <ac:chgData name="Christian Candela - christian.candela@studio.unibo.it" userId="S::christian.candela@studio.unibo.it::d9867973-c52e-4f30-8c68-5559f8f96757" providerId="AD" clId="Web-{1A66B83F-5730-52C0-9A3E-05D3C27C0928}" dt="2025-10-24T08:33:29.512" v="32"/>
          <ac:graphicFrameMkLst>
            <pc:docMk/>
            <pc:sldMk cId="2368053695" sldId="417"/>
            <ac:graphicFrameMk id="6" creationId="{62AEAFCF-9ED5-C674-E1CA-158A74FA2BEF}"/>
          </ac:graphicFrameMkLst>
        </pc:graphicFrameChg>
      </pc:sldChg>
      <pc:sldChg chg="addSp delSp modSp add replId">
        <pc:chgData name="Christian Candela - christian.candela@studio.unibo.it" userId="S::christian.candela@studio.unibo.it::d9867973-c52e-4f30-8c68-5559f8f96757" providerId="AD" clId="Web-{1A66B83F-5730-52C0-9A3E-05D3C27C0928}" dt="2025-10-24T08:57:16.595" v="392" actId="1076"/>
        <pc:sldMkLst>
          <pc:docMk/>
          <pc:sldMk cId="2698451644" sldId="418"/>
        </pc:sldMkLst>
        <pc:spChg chg="mod">
          <ac:chgData name="Christian Candela - christian.candela@studio.unibo.it" userId="S::christian.candela@studio.unibo.it::d9867973-c52e-4f30-8c68-5559f8f96757" providerId="AD" clId="Web-{1A66B83F-5730-52C0-9A3E-05D3C27C0928}" dt="2025-10-24T08:57:07.251" v="391" actId="1076"/>
          <ac:spMkLst>
            <pc:docMk/>
            <pc:sldMk cId="2698451644" sldId="418"/>
            <ac:spMk id="2" creationId="{FB3F119D-68DD-CE4C-BA30-EACD01339F90}"/>
          </ac:spMkLst>
        </pc:spChg>
        <pc:spChg chg="mod">
          <ac:chgData name="Christian Candela - christian.candela@studio.unibo.it" userId="S::christian.candela@studio.unibo.it::d9867973-c52e-4f30-8c68-5559f8f96757" providerId="AD" clId="Web-{1A66B83F-5730-52C0-9A3E-05D3C27C0928}" dt="2025-10-24T08:43:33.166" v="126" actId="20577"/>
          <ac:spMkLst>
            <pc:docMk/>
            <pc:sldMk cId="2698451644" sldId="418"/>
            <ac:spMk id="3" creationId="{DFE7A99D-A1C7-23BE-2FBE-8046FEB461C9}"/>
          </ac:spMkLst>
        </pc:spChg>
        <pc:graphicFrameChg chg="del">
          <ac:chgData name="Christian Candela - christian.candela@studio.unibo.it" userId="S::christian.candela@studio.unibo.it::d9867973-c52e-4f30-8c68-5559f8f96757" providerId="AD" clId="Web-{1A66B83F-5730-52C0-9A3E-05D3C27C0928}" dt="2025-10-24T08:43:41.713" v="127"/>
          <ac:graphicFrameMkLst>
            <pc:docMk/>
            <pc:sldMk cId="2698451644" sldId="418"/>
            <ac:graphicFrameMk id="4" creationId="{7F2599FB-5732-B1F8-69D6-224D041DF66C}"/>
          </ac:graphicFrameMkLst>
        </pc:graphicFrameChg>
        <pc:graphicFrameChg chg="del mod modGraphic">
          <ac:chgData name="Christian Candela - christian.candela@studio.unibo.it" userId="S::christian.candela@studio.unibo.it::d9867973-c52e-4f30-8c68-5559f8f96757" providerId="AD" clId="Web-{1A66B83F-5730-52C0-9A3E-05D3C27C0928}" dt="2025-10-24T08:51:50.774" v="317"/>
          <ac:graphicFrameMkLst>
            <pc:docMk/>
            <pc:sldMk cId="2698451644" sldId="418"/>
            <ac:graphicFrameMk id="6" creationId="{6E577B92-64CA-179B-3D94-B127DF6C8AB8}"/>
          </ac:graphicFrameMkLst>
        </pc:graphicFrameChg>
        <pc:graphicFrameChg chg="add del mod modGraphic">
          <ac:chgData name="Christian Candela - christian.candela@studio.unibo.it" userId="S::christian.candela@studio.unibo.it::d9867973-c52e-4f30-8c68-5559f8f96757" providerId="AD" clId="Web-{1A66B83F-5730-52C0-9A3E-05D3C27C0928}" dt="2025-10-24T08:57:16.595" v="392" actId="1076"/>
          <ac:graphicFrameMkLst>
            <pc:docMk/>
            <pc:sldMk cId="2698451644" sldId="418"/>
            <ac:graphicFrameMk id="7" creationId="{A8AECD31-3E09-AE9B-6778-80679BF4A994}"/>
          </ac:graphicFrameMkLst>
        </pc:graphicFrameChg>
        <pc:graphicFrameChg chg="add mod modGraphic">
          <ac:chgData name="Christian Candela - christian.candela@studio.unibo.it" userId="S::christian.candela@studio.unibo.it::d9867973-c52e-4f30-8c68-5559f8f96757" providerId="AD" clId="Web-{1A66B83F-5730-52C0-9A3E-05D3C27C0928}" dt="2025-10-24T08:57:00.672" v="390" actId="1076"/>
          <ac:graphicFrameMkLst>
            <pc:docMk/>
            <pc:sldMk cId="2698451644" sldId="418"/>
            <ac:graphicFrameMk id="8" creationId="{C77CC9D4-4DF5-8096-60C5-F25E50E279ED}"/>
          </ac:graphicFrameMkLst>
        </pc:graphicFrameChg>
      </pc:sldChg>
      <pc:sldChg chg="addSp delSp modSp add replId">
        <pc:chgData name="Christian Candela - christian.candela@studio.unibo.it" userId="S::christian.candela@studio.unibo.it::d9867973-c52e-4f30-8c68-5559f8f96757" providerId="AD" clId="Web-{1A66B83F-5730-52C0-9A3E-05D3C27C0928}" dt="2025-10-24T09:10:23.429" v="497" actId="20577"/>
        <pc:sldMkLst>
          <pc:docMk/>
          <pc:sldMk cId="3778510117" sldId="419"/>
        </pc:sldMkLst>
        <pc:spChg chg="mod">
          <ac:chgData name="Christian Candela - christian.candela@studio.unibo.it" userId="S::christian.candela@studio.unibo.it::d9867973-c52e-4f30-8c68-5559f8f96757" providerId="AD" clId="Web-{1A66B83F-5730-52C0-9A3E-05D3C27C0928}" dt="2025-10-24T09:06:51.533" v="475" actId="14100"/>
          <ac:spMkLst>
            <pc:docMk/>
            <pc:sldMk cId="3778510117" sldId="419"/>
            <ac:spMk id="2" creationId="{B09B292D-E26E-3E28-6C30-45F1F680B303}"/>
          </ac:spMkLst>
        </pc:spChg>
        <pc:spChg chg="mod">
          <ac:chgData name="Christian Candela - christian.candela@studio.unibo.it" userId="S::christian.candela@studio.unibo.it::d9867973-c52e-4f30-8c68-5559f8f96757" providerId="AD" clId="Web-{1A66B83F-5730-52C0-9A3E-05D3C27C0928}" dt="2025-10-24T09:10:23.429" v="497" actId="20577"/>
          <ac:spMkLst>
            <pc:docMk/>
            <pc:sldMk cId="3778510117" sldId="419"/>
            <ac:spMk id="3" creationId="{D038CA8C-36EC-EFF1-5555-F7979D53DF0F}"/>
          </ac:spMkLst>
        </pc:spChg>
        <pc:spChg chg="add del mod">
          <ac:chgData name="Christian Candela - christian.candela@studio.unibo.it" userId="S::christian.candela@studio.unibo.it::d9867973-c52e-4f30-8c68-5559f8f96757" providerId="AD" clId="Web-{1A66B83F-5730-52C0-9A3E-05D3C27C0928}" dt="2025-10-24T09:07:46.238" v="482"/>
          <ac:spMkLst>
            <pc:docMk/>
            <pc:sldMk cId="3778510117" sldId="419"/>
            <ac:spMk id="5" creationId="{464515EF-E80B-7058-4693-B8BBE38EA75E}"/>
          </ac:spMkLst>
        </pc:spChg>
        <pc:graphicFrameChg chg="add mod modGraphic">
          <ac:chgData name="Christian Candela - christian.candela@studio.unibo.it" userId="S::christian.candela@studio.unibo.it::d9867973-c52e-4f30-8c68-5559f8f96757" providerId="AD" clId="Web-{1A66B83F-5730-52C0-9A3E-05D3C27C0928}" dt="2025-10-24T09:08:18.130" v="491" actId="1076"/>
          <ac:graphicFrameMkLst>
            <pc:docMk/>
            <pc:sldMk cId="3778510117" sldId="419"/>
            <ac:graphicFrameMk id="4" creationId="{B69B4323-B99A-7A22-DC5B-653CC2FE98DF}"/>
          </ac:graphicFrameMkLst>
        </pc:graphicFrameChg>
        <pc:graphicFrameChg chg="mod modGraphic">
          <ac:chgData name="Christian Candela - christian.candela@studio.unibo.it" userId="S::christian.candela@studio.unibo.it::d9867973-c52e-4f30-8c68-5559f8f96757" providerId="AD" clId="Web-{1A66B83F-5730-52C0-9A3E-05D3C27C0928}" dt="2025-10-24T09:08:25.692" v="492" actId="1076"/>
          <ac:graphicFrameMkLst>
            <pc:docMk/>
            <pc:sldMk cId="3778510117" sldId="419"/>
            <ac:graphicFrameMk id="7" creationId="{11C5C3CE-DF7F-695F-C5E3-259E95D84117}"/>
          </ac:graphicFrameMkLst>
        </pc:graphicFrameChg>
        <pc:graphicFrameChg chg="del">
          <ac:chgData name="Christian Candela - christian.candela@studio.unibo.it" userId="S::christian.candela@studio.unibo.it::d9867973-c52e-4f30-8c68-5559f8f96757" providerId="AD" clId="Web-{1A66B83F-5730-52C0-9A3E-05D3C27C0928}" dt="2025-10-24T09:04:50.981" v="416"/>
          <ac:graphicFrameMkLst>
            <pc:docMk/>
            <pc:sldMk cId="3778510117" sldId="419"/>
            <ac:graphicFrameMk id="8" creationId="{4463CE83-600B-F873-17E9-2D7FA771FFBC}"/>
          </ac:graphicFrameMkLst>
        </pc:graphicFrameChg>
      </pc:sldChg>
      <pc:sldChg chg="add del ord replId">
        <pc:chgData name="Christian Candela - christian.candela@studio.unibo.it" userId="S::christian.candela@studio.unibo.it::d9867973-c52e-4f30-8c68-5559f8f96757" providerId="AD" clId="Web-{1A66B83F-5730-52C0-9A3E-05D3C27C0928}" dt="2025-10-24T09:30:17.006" v="512"/>
        <pc:sldMkLst>
          <pc:docMk/>
          <pc:sldMk cId="2127252238" sldId="420"/>
        </pc:sldMkLst>
      </pc:sldChg>
      <pc:sldChg chg="addSp delSp modSp add del replId">
        <pc:chgData name="Christian Candela - christian.candela@studio.unibo.it" userId="S::christian.candela@studio.unibo.it::d9867973-c52e-4f30-8c68-5559f8f96757" providerId="AD" clId="Web-{1A66B83F-5730-52C0-9A3E-05D3C27C0928}" dt="2025-10-24T09:30:10.397" v="509"/>
        <pc:sldMkLst>
          <pc:docMk/>
          <pc:sldMk cId="2754890685" sldId="420"/>
        </pc:sldMkLst>
        <pc:spChg chg="del mod">
          <ac:chgData name="Christian Candela - christian.candela@studio.unibo.it" userId="S::christian.candela@studio.unibo.it::d9867973-c52e-4f30-8c68-5559f8f96757" providerId="AD" clId="Web-{1A66B83F-5730-52C0-9A3E-05D3C27C0928}" dt="2025-10-24T09:28:56.630" v="508"/>
          <ac:spMkLst>
            <pc:docMk/>
            <pc:sldMk cId="2754890685" sldId="420"/>
            <ac:spMk id="3" creationId="{20565A1A-F76D-1C0E-4B90-D68F341C6826}"/>
          </ac:spMkLst>
        </pc:spChg>
        <pc:spChg chg="add mod">
          <ac:chgData name="Christian Candela - christian.candela@studio.unibo.it" userId="S::christian.candela@studio.unibo.it::d9867973-c52e-4f30-8c68-5559f8f96757" providerId="AD" clId="Web-{1A66B83F-5730-52C0-9A3E-05D3C27C0928}" dt="2025-10-24T09:28:56.630" v="508"/>
          <ac:spMkLst>
            <pc:docMk/>
            <pc:sldMk cId="2754890685" sldId="420"/>
            <ac:spMk id="6" creationId="{5122E1A8-64FC-B1C3-D03F-0A692735AC83}"/>
          </ac:spMkLst>
        </pc:spChg>
        <pc:picChg chg="del">
          <ac:chgData name="Christian Candela - christian.candela@studio.unibo.it" userId="S::christian.candela@studio.unibo.it::d9867973-c52e-4f30-8c68-5559f8f96757" providerId="AD" clId="Web-{1A66B83F-5730-52C0-9A3E-05D3C27C0928}" dt="2025-10-24T09:17:00.874" v="499"/>
          <ac:picMkLst>
            <pc:docMk/>
            <pc:sldMk cId="2754890685" sldId="420"/>
            <ac:picMk id="5" creationId="{6DFB957C-8A75-82FD-4E47-E52913B052D7}"/>
          </ac:picMkLst>
        </pc:picChg>
        <pc:picChg chg="del">
          <ac:chgData name="Christian Candela - christian.candela@studio.unibo.it" userId="S::christian.candela@studio.unibo.it::d9867973-c52e-4f30-8c68-5559f8f96757" providerId="AD" clId="Web-{1A66B83F-5730-52C0-9A3E-05D3C27C0928}" dt="2025-10-24T09:17:02.124" v="500"/>
          <ac:picMkLst>
            <pc:docMk/>
            <pc:sldMk cId="2754890685" sldId="420"/>
            <ac:picMk id="7" creationId="{7ED93688-B0B3-8E95-AFB5-F544966B1301}"/>
          </ac:picMkLst>
        </pc:picChg>
      </pc:sldChg>
      <pc:sldChg chg="addSp delSp modSp add replId">
        <pc:chgData name="Christian Candela - christian.candela@studio.unibo.it" userId="S::christian.candela@studio.unibo.it::d9867973-c52e-4f30-8c68-5559f8f96757" providerId="AD" clId="Web-{1A66B83F-5730-52C0-9A3E-05D3C27C0928}" dt="2025-10-24T09:38:13.875" v="675" actId="1076"/>
        <pc:sldMkLst>
          <pc:docMk/>
          <pc:sldMk cId="3233654547" sldId="420"/>
        </pc:sldMkLst>
        <pc:spChg chg="mod">
          <ac:chgData name="Christian Candela - christian.candela@studio.unibo.it" userId="S::christian.candela@studio.unibo.it::d9867973-c52e-4f30-8c68-5559f8f96757" providerId="AD" clId="Web-{1A66B83F-5730-52C0-9A3E-05D3C27C0928}" dt="2025-10-24T09:34:04.651" v="540" actId="20577"/>
          <ac:spMkLst>
            <pc:docMk/>
            <pc:sldMk cId="3233654547" sldId="420"/>
            <ac:spMk id="2" creationId="{F794FD53-D00F-31F2-945B-4477AE28A812}"/>
          </ac:spMkLst>
        </pc:spChg>
        <pc:spChg chg="del">
          <ac:chgData name="Christian Candela - christian.candela@studio.unibo.it" userId="S::christian.candela@studio.unibo.it::d9867973-c52e-4f30-8c68-5559f8f96757" providerId="AD" clId="Web-{1A66B83F-5730-52C0-9A3E-05D3C27C0928}" dt="2025-10-24T09:30:44.866" v="524"/>
          <ac:spMkLst>
            <pc:docMk/>
            <pc:sldMk cId="3233654547" sldId="420"/>
            <ac:spMk id="3" creationId="{5149A265-17C4-BAF7-C5FD-B4D053C3C730}"/>
          </ac:spMkLst>
        </pc:spChg>
        <pc:spChg chg="add del mod">
          <ac:chgData name="Christian Candela - christian.candela@studio.unibo.it" userId="S::christian.candela@studio.unibo.it::d9867973-c52e-4f30-8c68-5559f8f96757" providerId="AD" clId="Web-{1A66B83F-5730-52C0-9A3E-05D3C27C0928}" dt="2025-10-24T09:30:51.820" v="525"/>
          <ac:spMkLst>
            <pc:docMk/>
            <pc:sldMk cId="3233654547" sldId="420"/>
            <ac:spMk id="5" creationId="{95C92538-0369-2C64-EE12-48BD8896E066}"/>
          </ac:spMkLst>
        </pc:spChg>
        <pc:spChg chg="add del">
          <ac:chgData name="Christian Candela - christian.candela@studio.unibo.it" userId="S::christian.candela@studio.unibo.it::d9867973-c52e-4f30-8c68-5559f8f96757" providerId="AD" clId="Web-{1A66B83F-5730-52C0-9A3E-05D3C27C0928}" dt="2025-10-24T09:34:29.573" v="545"/>
          <ac:spMkLst>
            <pc:docMk/>
            <pc:sldMk cId="3233654547" sldId="420"/>
            <ac:spMk id="10" creationId="{5DCD6616-3081-6BE2-9534-E97D24B23DCB}"/>
          </ac:spMkLst>
        </pc:spChg>
        <pc:spChg chg="add mod">
          <ac:chgData name="Christian Candela - christian.candela@studio.unibo.it" userId="S::christian.candela@studio.unibo.it::d9867973-c52e-4f30-8c68-5559f8f96757" providerId="AD" clId="Web-{1A66B83F-5730-52C0-9A3E-05D3C27C0928}" dt="2025-10-24T09:38:13.875" v="675" actId="1076"/>
          <ac:spMkLst>
            <pc:docMk/>
            <pc:sldMk cId="3233654547" sldId="420"/>
            <ac:spMk id="12" creationId="{A42ABDF7-649A-6B86-874E-86E8CC60231F}"/>
          </ac:spMkLst>
        </pc:spChg>
        <pc:graphicFrameChg chg="del">
          <ac:chgData name="Christian Candela - christian.candela@studio.unibo.it" userId="S::christian.candela@studio.unibo.it::d9867973-c52e-4f30-8c68-5559f8f96757" providerId="AD" clId="Web-{1A66B83F-5730-52C0-9A3E-05D3C27C0928}" dt="2025-10-24T09:30:41.835" v="523"/>
          <ac:graphicFrameMkLst>
            <pc:docMk/>
            <pc:sldMk cId="3233654547" sldId="420"/>
            <ac:graphicFrameMk id="7" creationId="{C2A2F397-1C30-ADDB-6B6B-F84811361EC6}"/>
          </ac:graphicFrameMkLst>
        </pc:graphicFrameChg>
        <pc:picChg chg="add del mod">
          <ac:chgData name="Christian Candela - christian.candela@studio.unibo.it" userId="S::christian.candela@studio.unibo.it::d9867973-c52e-4f30-8c68-5559f8f96757" providerId="AD" clId="Web-{1A66B83F-5730-52C0-9A3E-05D3C27C0928}" dt="2025-10-24T09:31:07.445" v="527"/>
          <ac:picMkLst>
            <pc:docMk/>
            <pc:sldMk cId="3233654547" sldId="420"/>
            <ac:picMk id="6" creationId="{76CD66EB-4A60-6BB1-4A6E-83685213C609}"/>
          </ac:picMkLst>
        </pc:picChg>
        <pc:picChg chg="add del mod modCrop">
          <ac:chgData name="Christian Candela - christian.candela@studio.unibo.it" userId="S::christian.candela@studio.unibo.it::d9867973-c52e-4f30-8c68-5559f8f96757" providerId="AD" clId="Web-{1A66B83F-5730-52C0-9A3E-05D3C27C0928}" dt="2025-10-24T09:36:24.074" v="619"/>
          <ac:picMkLst>
            <pc:docMk/>
            <pc:sldMk cId="3233654547" sldId="420"/>
            <ac:picMk id="8" creationId="{B4F65DC8-6C0A-1FCE-49C6-3E999DD1E9BE}"/>
          </ac:picMkLst>
        </pc:picChg>
        <pc:picChg chg="add del mod modCrop">
          <ac:chgData name="Christian Candela - christian.candela@studio.unibo.it" userId="S::christian.candela@studio.unibo.it::d9867973-c52e-4f30-8c68-5559f8f96757" providerId="AD" clId="Web-{1A66B83F-5730-52C0-9A3E-05D3C27C0928}" dt="2025-10-24T09:34:13.291" v="542"/>
          <ac:picMkLst>
            <pc:docMk/>
            <pc:sldMk cId="3233654547" sldId="420"/>
            <ac:picMk id="9" creationId="{DE09E688-5AFB-B839-6B6C-ACEA6C107AB4}"/>
          </ac:picMkLst>
        </pc:picChg>
        <pc:picChg chg="add mod modCrop">
          <ac:chgData name="Christian Candela - christian.candela@studio.unibo.it" userId="S::christian.candela@studio.unibo.it::d9867973-c52e-4f30-8c68-5559f8f96757" providerId="AD" clId="Web-{1A66B83F-5730-52C0-9A3E-05D3C27C0928}" dt="2025-10-24T09:37:01.965" v="628" actId="1076"/>
          <ac:picMkLst>
            <pc:docMk/>
            <pc:sldMk cId="3233654547" sldId="420"/>
            <ac:picMk id="13" creationId="{04B4CA8D-99ED-5777-0ABC-B699B65251E9}"/>
          </ac:picMkLst>
        </pc:picChg>
      </pc:sldChg>
      <pc:sldChg chg="add replId">
        <pc:chgData name="Christian Candela - christian.candela@studio.unibo.it" userId="S::christian.candela@studio.unibo.it::d9867973-c52e-4f30-8c68-5559f8f96757" providerId="AD" clId="Web-{1A66B83F-5730-52C0-9A3E-05D3C27C0928}" dt="2025-10-24T09:36:18.621" v="618"/>
        <pc:sldMkLst>
          <pc:docMk/>
          <pc:sldMk cId="2802769784" sldId="421"/>
        </pc:sldMkLst>
      </pc:sldChg>
      <pc:sldChg chg="addSp delSp modSp add replId">
        <pc:chgData name="Christian Candela - christian.candela@studio.unibo.it" userId="S::christian.candela@studio.unibo.it::d9867973-c52e-4f30-8c68-5559f8f96757" providerId="AD" clId="Web-{1A66B83F-5730-52C0-9A3E-05D3C27C0928}" dt="2025-10-24T09:58:45.832" v="791" actId="20577"/>
        <pc:sldMkLst>
          <pc:docMk/>
          <pc:sldMk cId="2338641972" sldId="422"/>
        </pc:sldMkLst>
        <pc:spChg chg="mod">
          <ac:chgData name="Christian Candela - christian.candela@studio.unibo.it" userId="S::christian.candela@studio.unibo.it::d9867973-c52e-4f30-8c68-5559f8f96757" providerId="AD" clId="Web-{1A66B83F-5730-52C0-9A3E-05D3C27C0928}" dt="2025-10-24T09:58:45.832" v="791" actId="20577"/>
          <ac:spMkLst>
            <pc:docMk/>
            <pc:sldMk cId="2338641972" sldId="422"/>
            <ac:spMk id="2" creationId="{C78DB57C-B3DB-D58A-9ACA-93B3F8E9019F}"/>
          </ac:spMkLst>
        </pc:spChg>
        <pc:spChg chg="mod">
          <ac:chgData name="Christian Candela - christian.candela@studio.unibo.it" userId="S::christian.candela@studio.unibo.it::d9867973-c52e-4f30-8c68-5559f8f96757" providerId="AD" clId="Web-{1A66B83F-5730-52C0-9A3E-05D3C27C0928}" dt="2025-10-24T09:41:25.696" v="680" actId="20577"/>
          <ac:spMkLst>
            <pc:docMk/>
            <pc:sldMk cId="2338641972" sldId="422"/>
            <ac:spMk id="3" creationId="{D9A921F5-2332-A0F3-4841-6A1F17C089ED}"/>
          </ac:spMkLst>
        </pc:spChg>
        <pc:graphicFrameChg chg="del">
          <ac:chgData name="Christian Candela - christian.candela@studio.unibo.it" userId="S::christian.candela@studio.unibo.it::d9867973-c52e-4f30-8c68-5559f8f96757" providerId="AD" clId="Web-{1A66B83F-5730-52C0-9A3E-05D3C27C0928}" dt="2025-10-24T09:41:28.196" v="681"/>
          <ac:graphicFrameMkLst>
            <pc:docMk/>
            <pc:sldMk cId="2338641972" sldId="422"/>
            <ac:graphicFrameMk id="4" creationId="{F49CFFC7-7E0A-6BCA-4A6C-AA6BAE33CB01}"/>
          </ac:graphicFrameMkLst>
        </pc:graphicFrameChg>
        <pc:graphicFrameChg chg="add mod modGraphic">
          <ac:chgData name="Christian Candela - christian.candela@studio.unibo.it" userId="S::christian.candela@studio.unibo.it::d9867973-c52e-4f30-8c68-5559f8f96757" providerId="AD" clId="Web-{1A66B83F-5730-52C0-9A3E-05D3C27C0928}" dt="2025-10-24T09:57:17.048" v="788" actId="1076"/>
          <ac:graphicFrameMkLst>
            <pc:docMk/>
            <pc:sldMk cId="2338641972" sldId="422"/>
            <ac:graphicFrameMk id="6" creationId="{D727C340-5E0C-E5AD-5E0C-80BC74E70850}"/>
          </ac:graphicFrameMkLst>
        </pc:graphicFrameChg>
        <pc:graphicFrameChg chg="del">
          <ac:chgData name="Christian Candela - christian.candela@studio.unibo.it" userId="S::christian.candela@studio.unibo.it::d9867973-c52e-4f30-8c68-5559f8f96757" providerId="AD" clId="Web-{1A66B83F-5730-52C0-9A3E-05D3C27C0928}" dt="2025-10-24T09:41:30.087" v="682"/>
          <ac:graphicFrameMkLst>
            <pc:docMk/>
            <pc:sldMk cId="2338641972" sldId="422"/>
            <ac:graphicFrameMk id="7" creationId="{DCA8A077-CEF3-D9AC-7DC4-5D3DECB72B37}"/>
          </ac:graphicFrameMkLst>
        </pc:graphicFrameChg>
        <pc:graphicFrameChg chg="add del">
          <ac:chgData name="Christian Candela - christian.candela@studio.unibo.it" userId="S::christian.candela@studio.unibo.it::d9867973-c52e-4f30-8c68-5559f8f96757" providerId="AD" clId="Web-{1A66B83F-5730-52C0-9A3E-05D3C27C0928}" dt="2025-10-24T09:54:55.072" v="775"/>
          <ac:graphicFrameMkLst>
            <pc:docMk/>
            <pc:sldMk cId="2338641972" sldId="422"/>
            <ac:graphicFrameMk id="9" creationId="{6C12236F-458C-BA03-4C71-BE3E466383B0}"/>
          </ac:graphicFrameMkLst>
        </pc:graphicFrameChg>
      </pc:sldChg>
      <pc:sldChg chg="addSp delSp modSp add replId">
        <pc:chgData name="Christian Candela - christian.candela@studio.unibo.it" userId="S::christian.candela@studio.unibo.it::d9867973-c52e-4f30-8c68-5559f8f96757" providerId="AD" clId="Web-{1A66B83F-5730-52C0-9A3E-05D3C27C0928}" dt="2025-10-24T10:31:20.991" v="969" actId="1076"/>
        <pc:sldMkLst>
          <pc:docMk/>
          <pc:sldMk cId="1779733616" sldId="423"/>
        </pc:sldMkLst>
        <pc:spChg chg="mod">
          <ac:chgData name="Christian Candela - christian.candela@studio.unibo.it" userId="S::christian.candela@studio.unibo.it::d9867973-c52e-4f30-8c68-5559f8f96757" providerId="AD" clId="Web-{1A66B83F-5730-52C0-9A3E-05D3C27C0928}" dt="2025-10-24T10:28:01.818" v="950" actId="20577"/>
          <ac:spMkLst>
            <pc:docMk/>
            <pc:sldMk cId="1779733616" sldId="423"/>
            <ac:spMk id="2" creationId="{95388D88-A2D8-5276-5549-85127802002F}"/>
          </ac:spMkLst>
        </pc:spChg>
        <pc:spChg chg="mod">
          <ac:chgData name="Christian Candela - christian.candela@studio.unibo.it" userId="S::christian.candela@studio.unibo.it::d9867973-c52e-4f30-8c68-5559f8f96757" providerId="AD" clId="Web-{1A66B83F-5730-52C0-9A3E-05D3C27C0928}" dt="2025-10-24T10:01:26.477" v="795" actId="20577"/>
          <ac:spMkLst>
            <pc:docMk/>
            <pc:sldMk cId="1779733616" sldId="423"/>
            <ac:spMk id="3" creationId="{56FE020E-C1A1-FF39-D459-8197A0BBB994}"/>
          </ac:spMkLst>
        </pc:spChg>
        <pc:graphicFrameChg chg="add mod modGraphic">
          <ac:chgData name="Christian Candela - christian.candela@studio.unibo.it" userId="S::christian.candela@studio.unibo.it::d9867973-c52e-4f30-8c68-5559f8f96757" providerId="AD" clId="Web-{1A66B83F-5730-52C0-9A3E-05D3C27C0928}" dt="2025-10-24T10:30:56.131" v="968"/>
          <ac:graphicFrameMkLst>
            <pc:docMk/>
            <pc:sldMk cId="1779733616" sldId="423"/>
            <ac:graphicFrameMk id="5" creationId="{92B82C79-DFB7-FA46-B2FA-96A91B1D7866}"/>
          </ac:graphicFrameMkLst>
        </pc:graphicFrameChg>
        <pc:graphicFrameChg chg="del">
          <ac:chgData name="Christian Candela - christian.candela@studio.unibo.it" userId="S::christian.candela@studio.unibo.it::d9867973-c52e-4f30-8c68-5559f8f96757" providerId="AD" clId="Web-{1A66B83F-5730-52C0-9A3E-05D3C27C0928}" dt="2025-10-24T10:01:29.164" v="796"/>
          <ac:graphicFrameMkLst>
            <pc:docMk/>
            <pc:sldMk cId="1779733616" sldId="423"/>
            <ac:graphicFrameMk id="6" creationId="{E5092556-8B46-7CCF-96C7-1CFE0FB1DD33}"/>
          </ac:graphicFrameMkLst>
        </pc:graphicFrameChg>
        <pc:picChg chg="add mod">
          <ac:chgData name="Christian Candela - christian.candela@studio.unibo.it" userId="S::christian.candela@studio.unibo.it::d9867973-c52e-4f30-8c68-5559f8f96757" providerId="AD" clId="Web-{1A66B83F-5730-52C0-9A3E-05D3C27C0928}" dt="2025-10-24T10:31:20.991" v="969" actId="1076"/>
          <ac:picMkLst>
            <pc:docMk/>
            <pc:sldMk cId="1779733616" sldId="423"/>
            <ac:picMk id="7" creationId="{585B3715-4138-8FCA-F387-56BBAB884FF1}"/>
          </ac:picMkLst>
        </pc:picChg>
      </pc:sldChg>
      <pc:sldChg chg="modSp add del replId">
        <pc:chgData name="Christian Candela - christian.candela@studio.unibo.it" userId="S::christian.candela@studio.unibo.it::d9867973-c52e-4f30-8c68-5559f8f96757" providerId="AD" clId="Web-{1A66B83F-5730-52C0-9A3E-05D3C27C0928}" dt="2025-10-24T10:33:06.586" v="980"/>
        <pc:sldMkLst>
          <pc:docMk/>
          <pc:sldMk cId="2827741602" sldId="424"/>
        </pc:sldMkLst>
        <pc:spChg chg="mod">
          <ac:chgData name="Christian Candela - christian.candela@studio.unibo.it" userId="S::christian.candela@studio.unibo.it::d9867973-c52e-4f30-8c68-5559f8f96757" providerId="AD" clId="Web-{1A66B83F-5730-52C0-9A3E-05D3C27C0928}" dt="2025-10-24T10:32:49.226" v="977" actId="20577"/>
          <ac:spMkLst>
            <pc:docMk/>
            <pc:sldMk cId="2827741602" sldId="424"/>
            <ac:spMk id="2" creationId="{999D4849-B328-CEB1-CDC8-DDEC3EE2ED85}"/>
          </ac:spMkLst>
        </pc:spChg>
      </pc:sldChg>
      <pc:sldChg chg="addSp delSp modSp add replId">
        <pc:chgData name="Christian Candela - christian.candela@studio.unibo.it" userId="S::christian.candela@studio.unibo.it::d9867973-c52e-4f30-8c68-5559f8f96757" providerId="AD" clId="Web-{1A66B83F-5730-52C0-9A3E-05D3C27C0928}" dt="2025-10-24T10:41:51.797" v="1028" actId="14100"/>
        <pc:sldMkLst>
          <pc:docMk/>
          <pc:sldMk cId="3545692909" sldId="425"/>
        </pc:sldMkLst>
        <pc:spChg chg="mod">
          <ac:chgData name="Christian Candela - christian.candela@studio.unibo.it" userId="S::christian.candela@studio.unibo.it::d9867973-c52e-4f30-8c68-5559f8f96757" providerId="AD" clId="Web-{1A66B83F-5730-52C0-9A3E-05D3C27C0928}" dt="2025-10-24T10:41:21.967" v="1026" actId="20577"/>
          <ac:spMkLst>
            <pc:docMk/>
            <pc:sldMk cId="3545692909" sldId="425"/>
            <ac:spMk id="2" creationId="{A9825131-7C65-A99E-3162-8716629924CB}"/>
          </ac:spMkLst>
        </pc:spChg>
        <pc:spChg chg="add mod">
          <ac:chgData name="Christian Candela - christian.candela@studio.unibo.it" userId="S::christian.candela@studio.unibo.it::d9867973-c52e-4f30-8c68-5559f8f96757" providerId="AD" clId="Web-{1A66B83F-5730-52C0-9A3E-05D3C27C0928}" dt="2025-10-24T10:41:51.797" v="1028" actId="14100"/>
          <ac:spMkLst>
            <pc:docMk/>
            <pc:sldMk cId="3545692909" sldId="425"/>
            <ac:spMk id="4" creationId="{DABC5172-3415-A5AD-EDE9-8D3F8967F2E3}"/>
          </ac:spMkLst>
        </pc:spChg>
        <pc:spChg chg="del">
          <ac:chgData name="Christian Candela - christian.candela@studio.unibo.it" userId="S::christian.candela@studio.unibo.it::d9867973-c52e-4f30-8c68-5559f8f96757" providerId="AD" clId="Web-{1A66B83F-5730-52C0-9A3E-05D3C27C0928}" dt="2025-10-24T10:33:12.195" v="982"/>
          <ac:spMkLst>
            <pc:docMk/>
            <pc:sldMk cId="3545692909" sldId="425"/>
            <ac:spMk id="12" creationId="{9D840454-A790-370E-8853-6387BA5C09D0}"/>
          </ac:spMkLst>
        </pc:spChg>
        <pc:graphicFrameChg chg="add mod modGraphic">
          <ac:chgData name="Christian Candela - christian.candela@studio.unibo.it" userId="S::christian.candela@studio.unibo.it::d9867973-c52e-4f30-8c68-5559f8f96757" providerId="AD" clId="Web-{1A66B83F-5730-52C0-9A3E-05D3C27C0928}" dt="2025-10-24T10:41:00.325" v="1021" actId="1076"/>
          <ac:graphicFrameMkLst>
            <pc:docMk/>
            <pc:sldMk cId="3545692909" sldId="425"/>
            <ac:graphicFrameMk id="6" creationId="{22FE1FFA-583F-2D43-7C88-EE32E4B003EB}"/>
          </ac:graphicFrameMkLst>
        </pc:graphicFrameChg>
        <pc:graphicFrameChg chg="add mod modGraphic">
          <ac:chgData name="Christian Candela - christian.candela@studio.unibo.it" userId="S::christian.candela@studio.unibo.it::d9867973-c52e-4f30-8c68-5559f8f96757" providerId="AD" clId="Web-{1A66B83F-5730-52C0-9A3E-05D3C27C0928}" dt="2025-10-24T10:41:07.575" v="1022" actId="1076"/>
          <ac:graphicFrameMkLst>
            <pc:docMk/>
            <pc:sldMk cId="3545692909" sldId="425"/>
            <ac:graphicFrameMk id="7" creationId="{A03BADCF-CC4F-7392-D8BD-7EB29FE75468}"/>
          </ac:graphicFrameMkLst>
        </pc:graphicFrameChg>
        <pc:graphicFrameChg chg="add del mod">
          <ac:chgData name="Christian Candela - christian.candela@studio.unibo.it" userId="S::christian.candela@studio.unibo.it::d9867973-c52e-4f30-8c68-5559f8f96757" providerId="AD" clId="Web-{1A66B83F-5730-52C0-9A3E-05D3C27C0928}" dt="2025-10-24T10:40:36.136" v="1020"/>
          <ac:graphicFrameMkLst>
            <pc:docMk/>
            <pc:sldMk cId="3545692909" sldId="425"/>
            <ac:graphicFrameMk id="8" creationId="{EB1C10B1-3C81-DC2F-6661-FD89B7F79DC7}"/>
          </ac:graphicFrameMkLst>
        </pc:graphicFrameChg>
        <pc:picChg chg="del">
          <ac:chgData name="Christian Candela - christian.candela@studio.unibo.it" userId="S::christian.candela@studio.unibo.it::d9867973-c52e-4f30-8c68-5559f8f96757" providerId="AD" clId="Web-{1A66B83F-5730-52C0-9A3E-05D3C27C0928}" dt="2025-10-24T10:33:09.648" v="981"/>
          <ac:picMkLst>
            <pc:docMk/>
            <pc:sldMk cId="3545692909" sldId="425"/>
            <ac:picMk id="13" creationId="{918FF1B9-C4BF-622E-766E-B0D9ACBE3909}"/>
          </ac:picMkLst>
        </pc:picChg>
      </pc:sldChg>
      <pc:sldChg chg="addSp delSp modSp add replId">
        <pc:chgData name="Christian Candela - christian.candela@studio.unibo.it" userId="S::christian.candela@studio.unibo.it::d9867973-c52e-4f30-8c68-5559f8f96757" providerId="AD" clId="Web-{1A66B83F-5730-52C0-9A3E-05D3C27C0928}" dt="2025-10-24T10:52:17.954" v="1137" actId="1076"/>
        <pc:sldMkLst>
          <pc:docMk/>
          <pc:sldMk cId="785238853" sldId="426"/>
        </pc:sldMkLst>
        <pc:spChg chg="mod">
          <ac:chgData name="Christian Candela - christian.candela@studio.unibo.it" userId="S::christian.candela@studio.unibo.it::d9867973-c52e-4f30-8c68-5559f8f96757" providerId="AD" clId="Web-{1A66B83F-5730-52C0-9A3E-05D3C27C0928}" dt="2025-10-24T10:45:29.285" v="1046" actId="20577"/>
          <ac:spMkLst>
            <pc:docMk/>
            <pc:sldMk cId="785238853" sldId="426"/>
            <ac:spMk id="2" creationId="{F0983449-A610-FE0B-4C3A-86A019EF6265}"/>
          </ac:spMkLst>
        </pc:spChg>
        <pc:spChg chg="mod">
          <ac:chgData name="Christian Candela - christian.candela@studio.unibo.it" userId="S::christian.candela@studio.unibo.it::d9867973-c52e-4f30-8c68-5559f8f96757" providerId="AD" clId="Web-{1A66B83F-5730-52C0-9A3E-05D3C27C0928}" dt="2025-10-24T10:47:53.333" v="1099" actId="14100"/>
          <ac:spMkLst>
            <pc:docMk/>
            <pc:sldMk cId="785238853" sldId="426"/>
            <ac:spMk id="4" creationId="{422B8D7B-9043-E4FF-9255-0E5DAC1B41E5}"/>
          </ac:spMkLst>
        </pc:spChg>
        <pc:graphicFrameChg chg="add mod modGraphic">
          <ac:chgData name="Christian Candela - christian.candela@studio.unibo.it" userId="S::christian.candela@studio.unibo.it::d9867973-c52e-4f30-8c68-5559f8f96757" providerId="AD" clId="Web-{1A66B83F-5730-52C0-9A3E-05D3C27C0928}" dt="2025-10-24T10:48:56.317" v="1109" actId="1076"/>
          <ac:graphicFrameMkLst>
            <pc:docMk/>
            <pc:sldMk cId="785238853" sldId="426"/>
            <ac:graphicFrameMk id="5" creationId="{58D00766-4E28-DEBC-FE95-C7F311BB9347}"/>
          </ac:graphicFrameMkLst>
        </pc:graphicFrameChg>
        <pc:graphicFrameChg chg="del">
          <ac:chgData name="Christian Candela - christian.candela@studio.unibo.it" userId="S::christian.candela@studio.unibo.it::d9867973-c52e-4f30-8c68-5559f8f96757" providerId="AD" clId="Web-{1A66B83F-5730-52C0-9A3E-05D3C27C0928}" dt="2025-10-24T10:42:56.393" v="1044"/>
          <ac:graphicFrameMkLst>
            <pc:docMk/>
            <pc:sldMk cId="785238853" sldId="426"/>
            <ac:graphicFrameMk id="6" creationId="{214D1DE2-03D3-B059-1975-4353F6BD66E9}"/>
          </ac:graphicFrameMkLst>
        </pc:graphicFrameChg>
        <pc:graphicFrameChg chg="del">
          <ac:chgData name="Christian Candela - christian.candela@studio.unibo.it" userId="S::christian.candela@studio.unibo.it::d9867973-c52e-4f30-8c68-5559f8f96757" providerId="AD" clId="Web-{1A66B83F-5730-52C0-9A3E-05D3C27C0928}" dt="2025-10-24T10:42:57.987" v="1045"/>
          <ac:graphicFrameMkLst>
            <pc:docMk/>
            <pc:sldMk cId="785238853" sldId="426"/>
            <ac:graphicFrameMk id="7" creationId="{FA9FA260-0C64-78A3-E007-A7E15995E446}"/>
          </ac:graphicFrameMkLst>
        </pc:graphicFrameChg>
        <pc:graphicFrameChg chg="add mod modGraphic">
          <ac:chgData name="Christian Candela - christian.candela@studio.unibo.it" userId="S::christian.candela@studio.unibo.it::d9867973-c52e-4f30-8c68-5559f8f96757" providerId="AD" clId="Web-{1A66B83F-5730-52C0-9A3E-05D3C27C0928}" dt="2025-10-24T10:51:22.233" v="1126" actId="1076"/>
          <ac:graphicFrameMkLst>
            <pc:docMk/>
            <pc:sldMk cId="785238853" sldId="426"/>
            <ac:graphicFrameMk id="8" creationId="{7974EA8C-4670-865B-0AE4-77DC5C8E630A}"/>
          </ac:graphicFrameMkLst>
        </pc:graphicFrameChg>
        <pc:graphicFrameChg chg="add mod modGraphic">
          <ac:chgData name="Christian Candela - christian.candela@studio.unibo.it" userId="S::christian.candela@studio.unibo.it::d9867973-c52e-4f30-8c68-5559f8f96757" providerId="AD" clId="Web-{1A66B83F-5730-52C0-9A3E-05D3C27C0928}" dt="2025-10-24T10:52:17.954" v="1137" actId="1076"/>
          <ac:graphicFrameMkLst>
            <pc:docMk/>
            <pc:sldMk cId="785238853" sldId="426"/>
            <ac:graphicFrameMk id="10" creationId="{3F7768E5-70AD-B37E-0B93-8823F031F62D}"/>
          </ac:graphicFrameMkLst>
        </pc:graphicFrameChg>
      </pc:sldChg>
      <pc:sldChg chg="modSp add replId">
        <pc:chgData name="Christian Candela - christian.candela@studio.unibo.it" userId="S::christian.candela@studio.unibo.it::d9867973-c52e-4f30-8c68-5559f8f96757" providerId="AD" clId="Web-{1A66B83F-5730-52C0-9A3E-05D3C27C0928}" dt="2025-10-24T10:52:55.689" v="1143" actId="20577"/>
        <pc:sldMkLst>
          <pc:docMk/>
          <pc:sldMk cId="351153270" sldId="427"/>
        </pc:sldMkLst>
        <pc:spChg chg="mod">
          <ac:chgData name="Christian Candela - christian.candela@studio.unibo.it" userId="S::christian.candela@studio.unibo.it::d9867973-c52e-4f30-8c68-5559f8f96757" providerId="AD" clId="Web-{1A66B83F-5730-52C0-9A3E-05D3C27C0928}" dt="2025-10-24T10:52:55.689" v="1143" actId="20577"/>
          <ac:spMkLst>
            <pc:docMk/>
            <pc:sldMk cId="351153270" sldId="427"/>
            <ac:spMk id="9" creationId="{E9F377B5-0ACB-799B-038D-276132DFD901}"/>
          </ac:spMkLst>
        </pc:spChg>
      </pc:sldChg>
      <pc:sldChg chg="addSp delSp modSp add replId">
        <pc:chgData name="Christian Candela - christian.candela@studio.unibo.it" userId="S::christian.candela@studio.unibo.it::d9867973-c52e-4f30-8c68-5559f8f96757" providerId="AD" clId="Web-{1A66B83F-5730-52C0-9A3E-05D3C27C0928}" dt="2025-10-24T11:06:05.829" v="1283" actId="1076"/>
        <pc:sldMkLst>
          <pc:docMk/>
          <pc:sldMk cId="2840405129" sldId="428"/>
        </pc:sldMkLst>
        <pc:spChg chg="mod">
          <ac:chgData name="Christian Candela - christian.candela@studio.unibo.it" userId="S::christian.candela@studio.unibo.it::d9867973-c52e-4f30-8c68-5559f8f96757" providerId="AD" clId="Web-{1A66B83F-5730-52C0-9A3E-05D3C27C0928}" dt="2025-10-24T11:06:05.829" v="1283" actId="1076"/>
          <ac:spMkLst>
            <pc:docMk/>
            <pc:sldMk cId="2840405129" sldId="428"/>
            <ac:spMk id="2" creationId="{9A348B42-9CF4-1D20-1382-94BFFF96FA42}"/>
          </ac:spMkLst>
        </pc:spChg>
        <pc:spChg chg="mod">
          <ac:chgData name="Christian Candela - christian.candela@studio.unibo.it" userId="S::christian.candela@studio.unibo.it::d9867973-c52e-4f30-8c68-5559f8f96757" providerId="AD" clId="Web-{1A66B83F-5730-52C0-9A3E-05D3C27C0928}" dt="2025-10-24T11:05:47.329" v="1281" actId="20577"/>
          <ac:spMkLst>
            <pc:docMk/>
            <pc:sldMk cId="2840405129" sldId="428"/>
            <ac:spMk id="4" creationId="{06108387-BFF7-8C8A-BC12-5362F7CEA9B1}"/>
          </ac:spMkLst>
        </pc:spChg>
        <pc:graphicFrameChg chg="del">
          <ac:chgData name="Christian Candela - christian.candela@studio.unibo.it" userId="S::christian.candela@studio.unibo.it::d9867973-c52e-4f30-8c68-5559f8f96757" providerId="AD" clId="Web-{1A66B83F-5730-52C0-9A3E-05D3C27C0928}" dt="2025-10-24T10:54:51.365" v="1160"/>
          <ac:graphicFrameMkLst>
            <pc:docMk/>
            <pc:sldMk cId="2840405129" sldId="428"/>
            <ac:graphicFrameMk id="5" creationId="{1808C919-55FA-E124-0CD2-F59FDDE111D5}"/>
          </ac:graphicFrameMkLst>
        </pc:graphicFrameChg>
        <pc:graphicFrameChg chg="add del mod modGraphic">
          <ac:chgData name="Christian Candela - christian.candela@studio.unibo.it" userId="S::christian.candela@studio.unibo.it::d9867973-c52e-4f30-8c68-5559f8f96757" providerId="AD" clId="Web-{1A66B83F-5730-52C0-9A3E-05D3C27C0928}" dt="2025-10-24T11:01:00.390" v="1277" actId="1076"/>
          <ac:graphicFrameMkLst>
            <pc:docMk/>
            <pc:sldMk cId="2840405129" sldId="428"/>
            <ac:graphicFrameMk id="6" creationId="{48FA66AA-26A6-8375-720B-BBE4C49C8974}"/>
          </ac:graphicFrameMkLst>
        </pc:graphicFrameChg>
        <pc:graphicFrameChg chg="del">
          <ac:chgData name="Christian Candela - christian.candela@studio.unibo.it" userId="S::christian.candela@studio.unibo.it::d9867973-c52e-4f30-8c68-5559f8f96757" providerId="AD" clId="Web-{1A66B83F-5730-52C0-9A3E-05D3C27C0928}" dt="2025-10-24T10:54:53.084" v="1161"/>
          <ac:graphicFrameMkLst>
            <pc:docMk/>
            <pc:sldMk cId="2840405129" sldId="428"/>
            <ac:graphicFrameMk id="8" creationId="{65CC29E6-5979-E353-33B4-61445F8EA5EE}"/>
          </ac:graphicFrameMkLst>
        </pc:graphicFrameChg>
        <pc:graphicFrameChg chg="mod modGraphic">
          <ac:chgData name="Christian Candela - christian.candela@studio.unibo.it" userId="S::christian.candela@studio.unibo.it::d9867973-c52e-4f30-8c68-5559f8f96757" providerId="AD" clId="Web-{1A66B83F-5730-52C0-9A3E-05D3C27C0928}" dt="2025-10-24T10:59:12.247" v="1258" actId="1076"/>
          <ac:graphicFrameMkLst>
            <pc:docMk/>
            <pc:sldMk cId="2840405129" sldId="428"/>
            <ac:graphicFrameMk id="10" creationId="{5C7EEF33-1234-8D65-5325-3F2E72FB6493}"/>
          </ac:graphicFrameMkLst>
        </pc:graphicFrameChg>
        <pc:picChg chg="add mod modCrop">
          <ac:chgData name="Christian Candela - christian.candela@studio.unibo.it" userId="S::christian.candela@studio.unibo.it::d9867973-c52e-4f30-8c68-5559f8f96757" providerId="AD" clId="Web-{1A66B83F-5730-52C0-9A3E-05D3C27C0928}" dt="2025-10-24T10:55:29.726" v="1167" actId="1076"/>
          <ac:picMkLst>
            <pc:docMk/>
            <pc:sldMk cId="2840405129" sldId="428"/>
            <ac:picMk id="3" creationId="{F9214BAD-5212-5FC8-4D33-7255B9CA355B}"/>
          </ac:picMkLst>
        </pc:picChg>
      </pc:sldChg>
    </pc:docChg>
  </pc:docChgLst>
  <pc:docChgLst>
    <pc:chgData name="Christian Candela - christian.candela@studio.unibo.it" userId="d9867973-c52e-4f30-8c68-5559f8f96757" providerId="ADAL" clId="{9994B978-A090-461D-A7AF-265C71E58E05}"/>
    <pc:docChg chg="undo custSel addSld delSld modSld sldOrd">
      <pc:chgData name="Christian Candela - christian.candela@studio.unibo.it" userId="d9867973-c52e-4f30-8c68-5559f8f96757" providerId="ADAL" clId="{9994B978-A090-461D-A7AF-265C71E58E05}" dt="2025-10-23T15:22:50.890" v="1041" actId="1076"/>
      <pc:docMkLst>
        <pc:docMk/>
      </pc:docMkLst>
      <pc:sldChg chg="addSp modSp mod">
        <pc:chgData name="Christian Candela - christian.candela@studio.unibo.it" userId="d9867973-c52e-4f30-8c68-5559f8f96757" providerId="ADAL" clId="{9994B978-A090-461D-A7AF-265C71E58E05}" dt="2025-10-23T14:56:30.072" v="288" actId="20577"/>
        <pc:sldMkLst>
          <pc:docMk/>
          <pc:sldMk cId="3346685798" sldId="383"/>
        </pc:sldMkLst>
        <pc:spChg chg="mod">
          <ac:chgData name="Christian Candela - christian.candela@studio.unibo.it" userId="d9867973-c52e-4f30-8c68-5559f8f96757" providerId="ADAL" clId="{9994B978-A090-461D-A7AF-265C71E58E05}" dt="2025-10-23T14:53:07.526" v="184" actId="20577"/>
          <ac:spMkLst>
            <pc:docMk/>
            <pc:sldMk cId="3346685798" sldId="383"/>
            <ac:spMk id="2" creationId="{B530BF65-C84B-45C3-72CA-AFDA68851174}"/>
          </ac:spMkLst>
        </pc:spChg>
        <pc:spChg chg="mod">
          <ac:chgData name="Christian Candela - christian.candela@studio.unibo.it" userId="d9867973-c52e-4f30-8c68-5559f8f96757" providerId="ADAL" clId="{9994B978-A090-461D-A7AF-265C71E58E05}" dt="2025-10-23T14:56:30.072" v="288" actId="20577"/>
          <ac:spMkLst>
            <pc:docMk/>
            <pc:sldMk cId="3346685798" sldId="383"/>
            <ac:spMk id="3" creationId="{3B8EBC2C-6DD7-5003-38EB-40753046FE8C}"/>
          </ac:spMkLst>
        </pc:spChg>
        <pc:picChg chg="add mod">
          <ac:chgData name="Christian Candela - christian.candela@studio.unibo.it" userId="d9867973-c52e-4f30-8c68-5559f8f96757" providerId="ADAL" clId="{9994B978-A090-461D-A7AF-265C71E58E05}" dt="2025-10-23T14:56:09.059" v="276" actId="1076"/>
          <ac:picMkLst>
            <pc:docMk/>
            <pc:sldMk cId="3346685798" sldId="383"/>
            <ac:picMk id="5" creationId="{65A8786A-C6D5-E463-BD28-F7B18FE8C9A2}"/>
          </ac:picMkLst>
        </pc:picChg>
        <pc:picChg chg="add mod">
          <ac:chgData name="Christian Candela - christian.candela@studio.unibo.it" userId="d9867973-c52e-4f30-8c68-5559f8f96757" providerId="ADAL" clId="{9994B978-A090-461D-A7AF-265C71E58E05}" dt="2025-10-23T14:56:14.229" v="277" actId="1076"/>
          <ac:picMkLst>
            <pc:docMk/>
            <pc:sldMk cId="3346685798" sldId="383"/>
            <ac:picMk id="7" creationId="{B3E9C1C2-2E39-C428-F6C5-61AA86FD3262}"/>
          </ac:picMkLst>
        </pc:picChg>
      </pc:sldChg>
      <pc:sldChg chg="addSp delSp modSp mod ord">
        <pc:chgData name="Christian Candela - christian.candela@studio.unibo.it" userId="d9867973-c52e-4f30-8c68-5559f8f96757" providerId="ADAL" clId="{9994B978-A090-461D-A7AF-265C71E58E05}" dt="2025-10-23T14:52:10.324" v="162" actId="1076"/>
        <pc:sldMkLst>
          <pc:docMk/>
          <pc:sldMk cId="3200312026" sldId="391"/>
        </pc:sldMkLst>
        <pc:spChg chg="mod">
          <ac:chgData name="Christian Candela - christian.candela@studio.unibo.it" userId="d9867973-c52e-4f30-8c68-5559f8f96757" providerId="ADAL" clId="{9994B978-A090-461D-A7AF-265C71E58E05}" dt="2025-10-23T14:49:41.223" v="161" actId="1076"/>
          <ac:spMkLst>
            <pc:docMk/>
            <pc:sldMk cId="3200312026" sldId="391"/>
            <ac:spMk id="3" creationId="{545D3755-C3E2-975E-DE68-CDECC4B526EC}"/>
          </ac:spMkLst>
        </pc:spChg>
        <pc:picChg chg="add mod modCrop">
          <ac:chgData name="Christian Candela - christian.candela@studio.unibo.it" userId="d9867973-c52e-4f30-8c68-5559f8f96757" providerId="ADAL" clId="{9994B978-A090-461D-A7AF-265C71E58E05}" dt="2025-10-23T14:52:10.324" v="162" actId="1076"/>
          <ac:picMkLst>
            <pc:docMk/>
            <pc:sldMk cId="3200312026" sldId="391"/>
            <ac:picMk id="5" creationId="{2DFB15C0-397F-AC1F-2EB2-ECF4704CFE9E}"/>
          </ac:picMkLst>
        </pc:picChg>
      </pc:sldChg>
      <pc:sldChg chg="addSp delSp modSp mod ord">
        <pc:chgData name="Christian Candela - christian.candela@studio.unibo.it" userId="d9867973-c52e-4f30-8c68-5559f8f96757" providerId="ADAL" clId="{9994B978-A090-461D-A7AF-265C71E58E05}" dt="2025-10-23T15:20:55.098" v="1031" actId="20577"/>
        <pc:sldMkLst>
          <pc:docMk/>
          <pc:sldMk cId="2039059756" sldId="397"/>
        </pc:sldMkLst>
        <pc:spChg chg="mod">
          <ac:chgData name="Christian Candela - christian.candela@studio.unibo.it" userId="d9867973-c52e-4f30-8c68-5559f8f96757" providerId="ADAL" clId="{9994B978-A090-461D-A7AF-265C71E58E05}" dt="2025-10-23T15:20:55.098" v="1031" actId="20577"/>
          <ac:spMkLst>
            <pc:docMk/>
            <pc:sldMk cId="2039059756" sldId="397"/>
            <ac:spMk id="9" creationId="{5AB6D40A-2A0A-AF3D-8CF7-3ECD37765637}"/>
          </ac:spMkLst>
        </pc:spChg>
      </pc:sldChg>
      <pc:sldChg chg="addSp delSp modSp mod ord">
        <pc:chgData name="Christian Candela - christian.candela@studio.unibo.it" userId="d9867973-c52e-4f30-8c68-5559f8f96757" providerId="ADAL" clId="{9994B978-A090-461D-A7AF-265C71E58E05}" dt="2025-10-23T13:04:23.171" v="129" actId="20577"/>
        <pc:sldMkLst>
          <pc:docMk/>
          <pc:sldMk cId="888484295" sldId="408"/>
        </pc:sldMkLst>
        <pc:spChg chg="mod">
          <ac:chgData name="Christian Candela - christian.candela@studio.unibo.it" userId="d9867973-c52e-4f30-8c68-5559f8f96757" providerId="ADAL" clId="{9994B978-A090-461D-A7AF-265C71E58E05}" dt="2025-10-23T13:01:26.905" v="52" actId="20577"/>
          <ac:spMkLst>
            <pc:docMk/>
            <pc:sldMk cId="888484295" sldId="408"/>
            <ac:spMk id="2" creationId="{805346ED-721D-85EE-2F1B-A31D0912DE29}"/>
          </ac:spMkLst>
        </pc:spChg>
        <pc:spChg chg="mod">
          <ac:chgData name="Christian Candela - christian.candela@studio.unibo.it" userId="d9867973-c52e-4f30-8c68-5559f8f96757" providerId="ADAL" clId="{9994B978-A090-461D-A7AF-265C71E58E05}" dt="2025-10-23T13:04:23.171" v="129" actId="20577"/>
          <ac:spMkLst>
            <pc:docMk/>
            <pc:sldMk cId="888484295" sldId="408"/>
            <ac:spMk id="3" creationId="{DB097449-5B72-ADA0-3B2D-1CBC160D6B90}"/>
          </ac:spMkLst>
        </pc:spChg>
        <pc:picChg chg="add mod">
          <ac:chgData name="Christian Candela - christian.candela@studio.unibo.it" userId="d9867973-c52e-4f30-8c68-5559f8f96757" providerId="ADAL" clId="{9994B978-A090-461D-A7AF-265C71E58E05}" dt="2025-10-23T13:01:51.451" v="60" actId="1076"/>
          <ac:picMkLst>
            <pc:docMk/>
            <pc:sldMk cId="888484295" sldId="408"/>
            <ac:picMk id="7" creationId="{717E7B55-1A2A-ACE5-8A98-626813160D04}"/>
          </ac:picMkLst>
        </pc:picChg>
      </pc:sldChg>
      <pc:sldChg chg="addSp modSp mod">
        <pc:chgData name="Christian Candela - christian.candela@studio.unibo.it" userId="d9867973-c52e-4f30-8c68-5559f8f96757" providerId="ADAL" clId="{9994B978-A090-461D-A7AF-265C71E58E05}" dt="2025-10-23T12:59:22.641" v="22" actId="1076"/>
        <pc:sldMkLst>
          <pc:docMk/>
          <pc:sldMk cId="3390304222" sldId="410"/>
        </pc:sldMkLst>
        <pc:spChg chg="add mod">
          <ac:chgData name="Christian Candela - christian.candela@studio.unibo.it" userId="d9867973-c52e-4f30-8c68-5559f8f96757" providerId="ADAL" clId="{9994B978-A090-461D-A7AF-265C71E58E05}" dt="2025-10-23T12:59:22.641" v="22" actId="1076"/>
          <ac:spMkLst>
            <pc:docMk/>
            <pc:sldMk cId="3390304222" sldId="410"/>
            <ac:spMk id="4" creationId="{BEF105FA-BE79-E233-E745-CB6D46B1A3A4}"/>
          </ac:spMkLst>
        </pc:spChg>
      </pc:sldChg>
      <pc:sldChg chg="addSp delSp modSp add mod">
        <pc:chgData name="Christian Candela - christian.candela@studio.unibo.it" userId="d9867973-c52e-4f30-8c68-5559f8f96757" providerId="ADAL" clId="{9994B978-A090-461D-A7AF-265C71E58E05}" dt="2025-10-23T15:22:50.890" v="1041" actId="1076"/>
        <pc:sldMkLst>
          <pc:docMk/>
          <pc:sldMk cId="1710774729" sldId="411"/>
        </pc:sldMkLst>
        <pc:spChg chg="mod">
          <ac:chgData name="Christian Candela - christian.candela@studio.unibo.it" userId="d9867973-c52e-4f30-8c68-5559f8f96757" providerId="ADAL" clId="{9994B978-A090-461D-A7AF-265C71E58E05}" dt="2025-10-23T15:05:34.986" v="396" actId="20577"/>
          <ac:spMkLst>
            <pc:docMk/>
            <pc:sldMk cId="1710774729" sldId="411"/>
            <ac:spMk id="2" creationId="{AB190EB0-3F47-4CD3-7352-65BD6FAA5F02}"/>
          </ac:spMkLst>
        </pc:spChg>
        <pc:graphicFrameChg chg="add mod modGraphic">
          <ac:chgData name="Christian Candela - christian.candela@studio.unibo.it" userId="d9867973-c52e-4f30-8c68-5559f8f96757" providerId="ADAL" clId="{9994B978-A090-461D-A7AF-265C71E58E05}" dt="2025-10-23T15:05:02.114" v="351" actId="14100"/>
          <ac:graphicFrameMkLst>
            <pc:docMk/>
            <pc:sldMk cId="1710774729" sldId="411"/>
            <ac:graphicFrameMk id="4" creationId="{15D137AD-BC51-2723-F927-F5F50214A945}"/>
          </ac:graphicFrameMkLst>
        </pc:graphicFrameChg>
        <pc:graphicFrameChg chg="add mod modGraphic">
          <ac:chgData name="Christian Candela - christian.candela@studio.unibo.it" userId="d9867973-c52e-4f30-8c68-5559f8f96757" providerId="ADAL" clId="{9994B978-A090-461D-A7AF-265C71E58E05}" dt="2025-10-23T15:05:10.034" v="352" actId="1076"/>
          <ac:graphicFrameMkLst>
            <pc:docMk/>
            <pc:sldMk cId="1710774729" sldId="411"/>
            <ac:graphicFrameMk id="8" creationId="{9ADD2642-A32B-B5EA-8518-11EB2C7B651C}"/>
          </ac:graphicFrameMkLst>
        </pc:graphicFrameChg>
      </pc:sldChg>
      <pc:sldChg chg="addSp delSp modSp add mod ord">
        <pc:chgData name="Christian Candela - christian.candela@studio.unibo.it" userId="d9867973-c52e-4f30-8c68-5559f8f96757" providerId="ADAL" clId="{9994B978-A090-461D-A7AF-265C71E58E05}" dt="2025-10-23T15:10:08.139" v="582" actId="13926"/>
        <pc:sldMkLst>
          <pc:docMk/>
          <pc:sldMk cId="1454149314" sldId="412"/>
        </pc:sldMkLst>
        <pc:spChg chg="add mod">
          <ac:chgData name="Christian Candela - christian.candela@studio.unibo.it" userId="d9867973-c52e-4f30-8c68-5559f8f96757" providerId="ADAL" clId="{9994B978-A090-461D-A7AF-265C71E58E05}" dt="2025-10-23T15:10:02.450" v="581" actId="20577"/>
          <ac:spMkLst>
            <pc:docMk/>
            <pc:sldMk cId="1454149314" sldId="412"/>
            <ac:spMk id="2" creationId="{6685E16D-0C1B-80AE-3093-1F9ED440D2C3}"/>
          </ac:spMkLst>
        </pc:spChg>
        <pc:spChg chg="mod">
          <ac:chgData name="Christian Candela - christian.candela@studio.unibo.it" userId="d9867973-c52e-4f30-8c68-5559f8f96757" providerId="ADAL" clId="{9994B978-A090-461D-A7AF-265C71E58E05}" dt="2025-10-23T15:06:05.924" v="407" actId="20577"/>
          <ac:spMkLst>
            <pc:docMk/>
            <pc:sldMk cId="1454149314" sldId="412"/>
            <ac:spMk id="3" creationId="{9F2C383A-BC7B-4E4E-AAE8-DAC58DF20E26}"/>
          </ac:spMkLst>
        </pc:spChg>
        <pc:graphicFrameChg chg="add mod modGraphic">
          <ac:chgData name="Christian Candela - christian.candela@studio.unibo.it" userId="d9867973-c52e-4f30-8c68-5559f8f96757" providerId="ADAL" clId="{9994B978-A090-461D-A7AF-265C71E58E05}" dt="2025-10-23T15:10:08.139" v="582" actId="13926"/>
          <ac:graphicFrameMkLst>
            <pc:docMk/>
            <pc:sldMk cId="1454149314" sldId="412"/>
            <ac:graphicFrameMk id="4" creationId="{45171CEA-A6D5-23C4-BBAC-12B8F64940F7}"/>
          </ac:graphicFrameMkLst>
        </pc:graphicFrameChg>
      </pc:sldChg>
      <pc:sldChg chg="addSp delSp modSp add mod ord">
        <pc:chgData name="Christian Candela - christian.candela@studio.unibo.it" userId="d9867973-c52e-4f30-8c68-5559f8f96757" providerId="ADAL" clId="{9994B978-A090-461D-A7AF-265C71E58E05}" dt="2025-10-23T15:14:11.529" v="766" actId="20577"/>
        <pc:sldMkLst>
          <pc:docMk/>
          <pc:sldMk cId="3922014344" sldId="413"/>
        </pc:sldMkLst>
        <pc:spChg chg="mod">
          <ac:chgData name="Christian Candela - christian.candela@studio.unibo.it" userId="d9867973-c52e-4f30-8c68-5559f8f96757" providerId="ADAL" clId="{9994B978-A090-461D-A7AF-265C71E58E05}" dt="2025-10-23T15:11:06.442" v="600" actId="20577"/>
          <ac:spMkLst>
            <pc:docMk/>
            <pc:sldMk cId="3922014344" sldId="413"/>
            <ac:spMk id="2" creationId="{BDBEABFA-B16A-2CA3-E57B-0AF71AA2B677}"/>
          </ac:spMkLst>
        </pc:spChg>
        <pc:spChg chg="mod">
          <ac:chgData name="Christian Candela - christian.candela@studio.unibo.it" userId="d9867973-c52e-4f30-8c68-5559f8f96757" providerId="ADAL" clId="{9994B978-A090-461D-A7AF-265C71E58E05}" dt="2025-10-23T15:14:11.529" v="766" actId="20577"/>
          <ac:spMkLst>
            <pc:docMk/>
            <pc:sldMk cId="3922014344" sldId="413"/>
            <ac:spMk id="3" creationId="{FDBE2824-9BFA-88FC-BF91-B13FDBEFE1FE}"/>
          </ac:spMkLst>
        </pc:spChg>
        <pc:graphicFrameChg chg="add mod modGraphic">
          <ac:chgData name="Christian Candela - christian.candela@studio.unibo.it" userId="d9867973-c52e-4f30-8c68-5559f8f96757" providerId="ADAL" clId="{9994B978-A090-461D-A7AF-265C71E58E05}" dt="2025-10-23T15:13:14.957" v="664" actId="1076"/>
          <ac:graphicFrameMkLst>
            <pc:docMk/>
            <pc:sldMk cId="3922014344" sldId="413"/>
            <ac:graphicFrameMk id="4" creationId="{B4D5E043-3045-B3FA-E2DD-F0B2947A27EC}"/>
          </ac:graphicFrameMkLst>
        </pc:graphicFrameChg>
        <pc:graphicFrameChg chg="add mod modGraphic">
          <ac:chgData name="Christian Candela - christian.candela@studio.unibo.it" userId="d9867973-c52e-4f30-8c68-5559f8f96757" providerId="ADAL" clId="{9994B978-A090-461D-A7AF-265C71E58E05}" dt="2025-10-23T15:13:10.222" v="663" actId="1076"/>
          <ac:graphicFrameMkLst>
            <pc:docMk/>
            <pc:sldMk cId="3922014344" sldId="413"/>
            <ac:graphicFrameMk id="5" creationId="{89F3B272-0428-145C-41F0-4BC92E295B59}"/>
          </ac:graphicFrameMkLst>
        </pc:graphicFrameChg>
      </pc:sldChg>
      <pc:sldChg chg="addSp delSp modSp add mod">
        <pc:chgData name="Christian Candela - christian.candela@studio.unibo.it" userId="d9867973-c52e-4f30-8c68-5559f8f96757" providerId="ADAL" clId="{9994B978-A090-461D-A7AF-265C71E58E05}" dt="2025-10-23T15:19:28.328" v="937" actId="20577"/>
        <pc:sldMkLst>
          <pc:docMk/>
          <pc:sldMk cId="2626634594" sldId="414"/>
        </pc:sldMkLst>
        <pc:spChg chg="mod">
          <ac:chgData name="Christian Candela - christian.candela@studio.unibo.it" userId="d9867973-c52e-4f30-8c68-5559f8f96757" providerId="ADAL" clId="{9994B978-A090-461D-A7AF-265C71E58E05}" dt="2025-10-23T15:14:29.344" v="774" actId="20577"/>
          <ac:spMkLst>
            <pc:docMk/>
            <pc:sldMk cId="2626634594" sldId="414"/>
            <ac:spMk id="2" creationId="{9C15AC90-A668-E13F-3DED-BDC929126C9D}"/>
          </ac:spMkLst>
        </pc:spChg>
        <pc:spChg chg="mod">
          <ac:chgData name="Christian Candela - christian.candela@studio.unibo.it" userId="d9867973-c52e-4f30-8c68-5559f8f96757" providerId="ADAL" clId="{9994B978-A090-461D-A7AF-265C71E58E05}" dt="2025-10-23T15:18:48.613" v="926" actId="1076"/>
          <ac:spMkLst>
            <pc:docMk/>
            <pc:sldMk cId="2626634594" sldId="414"/>
            <ac:spMk id="3" creationId="{A3B262AF-9E03-D4B6-658C-AC0716BA6E9B}"/>
          </ac:spMkLst>
        </pc:spChg>
        <pc:graphicFrameChg chg="mod modGraphic">
          <ac:chgData name="Christian Candela - christian.candela@studio.unibo.it" userId="d9867973-c52e-4f30-8c68-5559f8f96757" providerId="ADAL" clId="{9994B978-A090-461D-A7AF-265C71E58E05}" dt="2025-10-23T15:19:11.110" v="933" actId="1076"/>
          <ac:graphicFrameMkLst>
            <pc:docMk/>
            <pc:sldMk cId="2626634594" sldId="414"/>
            <ac:graphicFrameMk id="4" creationId="{747841F6-E3E8-347B-1EA8-F6BCC065965B}"/>
          </ac:graphicFrameMkLst>
        </pc:graphicFrameChg>
        <pc:graphicFrameChg chg="mod modGraphic">
          <ac:chgData name="Christian Candela - christian.candela@studio.unibo.it" userId="d9867973-c52e-4f30-8c68-5559f8f96757" providerId="ADAL" clId="{9994B978-A090-461D-A7AF-265C71E58E05}" dt="2025-10-23T15:16:03.209" v="790" actId="1076"/>
          <ac:graphicFrameMkLst>
            <pc:docMk/>
            <pc:sldMk cId="2626634594" sldId="414"/>
            <ac:graphicFrameMk id="5" creationId="{16A42F67-EBA7-39A1-EB79-310EE394AC72}"/>
          </ac:graphicFrameMkLst>
        </pc:graphicFrameChg>
        <pc:graphicFrameChg chg="add mod modGraphic">
          <ac:chgData name="Christian Candela - christian.candela@studio.unibo.it" userId="d9867973-c52e-4f30-8c68-5559f8f96757" providerId="ADAL" clId="{9994B978-A090-461D-A7AF-265C71E58E05}" dt="2025-10-23T15:19:28.328" v="937" actId="20577"/>
          <ac:graphicFrameMkLst>
            <pc:docMk/>
            <pc:sldMk cId="2626634594" sldId="414"/>
            <ac:graphicFrameMk id="9" creationId="{8ADC76A6-5CFA-E007-349F-1C5FD03AD334}"/>
          </ac:graphicFrameMkLst>
        </pc:graphicFrameChg>
      </pc:sldChg>
      <pc:sldChg chg="addSp delSp modSp add mod">
        <pc:chgData name="Christian Candela - christian.candela@studio.unibo.it" userId="d9867973-c52e-4f30-8c68-5559f8f96757" providerId="ADAL" clId="{9994B978-A090-461D-A7AF-265C71E58E05}" dt="2025-10-23T15:22:45.539" v="1039" actId="21"/>
        <pc:sldMkLst>
          <pc:docMk/>
          <pc:sldMk cId="2939557746" sldId="415"/>
        </pc:sldMkLst>
        <pc:spChg chg="mod">
          <ac:chgData name="Christian Candela - christian.candela@studio.unibo.it" userId="d9867973-c52e-4f30-8c68-5559f8f96757" providerId="ADAL" clId="{9994B978-A090-461D-A7AF-265C71E58E05}" dt="2025-10-23T15:20:21.399" v="1010" actId="122"/>
          <ac:spMkLst>
            <pc:docMk/>
            <pc:sldMk cId="2939557746" sldId="415"/>
            <ac:spMk id="3" creationId="{815E6CBC-6BA3-E782-971D-7AEE4FFBBFE9}"/>
          </ac:spMkLst>
        </pc:spChg>
        <pc:graphicFrameChg chg="mod">
          <ac:chgData name="Christian Candela - christian.candela@studio.unibo.it" userId="d9867973-c52e-4f30-8c68-5559f8f96757" providerId="ADAL" clId="{9994B978-A090-461D-A7AF-265C71E58E05}" dt="2025-10-23T15:20:12.740" v="1004" actId="1076"/>
          <ac:graphicFrameMkLst>
            <pc:docMk/>
            <pc:sldMk cId="2939557746" sldId="415"/>
            <ac:graphicFrameMk id="7" creationId="{EB081A80-9354-0175-36BF-703C1DC39848}"/>
          </ac:graphicFrameMkLst>
        </pc:graphicFrameChg>
      </pc:sldChg>
      <pc:sldChg chg="modSp add mod ord">
        <pc:chgData name="Christian Candela - christian.candela@studio.unibo.it" userId="d9867973-c52e-4f30-8c68-5559f8f96757" providerId="ADAL" clId="{9994B978-A090-461D-A7AF-265C71E58E05}" dt="2025-10-23T15:20:50.644" v="1024" actId="20577"/>
        <pc:sldMkLst>
          <pc:docMk/>
          <pc:sldMk cId="3583425401" sldId="416"/>
        </pc:sldMkLst>
        <pc:spChg chg="mod">
          <ac:chgData name="Christian Candela - christian.candela@studio.unibo.it" userId="d9867973-c52e-4f30-8c68-5559f8f96757" providerId="ADAL" clId="{9994B978-A090-461D-A7AF-265C71E58E05}" dt="2025-10-23T15:20:50.644" v="1024" actId="20577"/>
          <ac:spMkLst>
            <pc:docMk/>
            <pc:sldMk cId="3583425401" sldId="416"/>
            <ac:spMk id="9" creationId="{A3813FD5-62B1-B443-C605-EF32027B0E7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F43FFF67-0A66-4BA5-8D01-D7436A93C5DC}" type="datetime1">
              <a:rPr lang="it-IT" smtClean="0"/>
              <a:t>26/10/2025</a:t>
            </a:fld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E2C230DF-5933-439D-898F-38E9AC9BA688}" type="slidenum">
              <a:rPr lang="it-IT" smtClean="0"/>
              <a:t>‹N›</a:t>
            </a:fld>
            <a:endParaRPr lang="it-IT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/>
          </a:p>
        </p:txBody>
      </p:sp>
      <p:sp>
        <p:nvSpPr>
          <p:cNvPr id="8" name="Segnaposto intestazion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fld id="{CCC7B77D-D2C2-452D-80DB-AB1E949B0C69}" type="datetime1">
              <a:rPr lang="it-IT" smtClean="0"/>
              <a:pPr/>
              <a:t>26/10/2025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A89C7E07-3C67-C64C-8DA0-0404F630397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FBC69-5156-28F6-394D-D239AB1B2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3B9F64F-ECAF-1CBF-70DB-68AFCDB9A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BED4F6D-B4A4-7E1A-2CCC-03556BC15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0B4F24B-C140-0861-3AA2-29CFFC388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9898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7349-45EC-98A7-6B99-082E0214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59E22A5-C523-B336-4FA8-D814D0949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9A6D5E0-868C-2EE3-0655-21E803FC4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7E8C4F-EB70-DB1B-BF77-3500DC922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0782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40CB-D1DD-1240-7064-C1B50CEE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396C9C7-9548-C5AA-BF82-ECC22F742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A880C16-1912-355E-4AC1-A9B6E3F06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67C312A-566E-8E54-46FF-51B2B3A95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3167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D0A31-95CA-9386-2F27-AF63B5347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CB1E333-867E-805D-565D-FE86A96FA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DA89043-F303-E42C-E8E4-F6906E7FE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D1FBCC-B90D-8C48-042E-62B198401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2466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DD60A-2B0D-7D81-698C-DE91F06D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2363CFC-0990-7982-718D-3F67A6E3F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07FD49A-AD04-0AC6-3A70-1EB035098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2D90E37-C4B5-679E-2C55-F6B70C50A7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2609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7013A-BFAB-8BDA-216A-42F81A702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4A94553-777E-9815-5726-33E027473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FD89FE4-4500-1BDE-F394-E1F312617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4E496A-C8DD-2626-FC16-F32720087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02600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0811-C9C1-400C-AAD2-425DF10B8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503C83C-789D-C84F-8519-F18CB0C84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77A6357-40B6-F6AD-B5F2-762F6E475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089FFC-93F1-5BFA-D83F-7011E6A56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07813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00B4-ED81-A94E-CD06-4387D4906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515987A-9E70-D71B-2602-657B350CF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18F6D51-97AC-0611-32B1-67EC44297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9513631-E002-BA17-702F-94D899C16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4620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80584-1E51-422D-B6B3-35E342EC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C750CFB-FC5E-B365-F434-B0F1F21D8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1A5A8D1-3DFF-6B0D-7597-70D1F421A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79F2D2-DC17-FAFC-A9A4-4D393F615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8096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12F2C-F3D1-60BC-5704-57AF63A74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BF8BDA5-9D84-9D5A-BA12-9071D746C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E145C5E-7F74-F7FB-3E11-9A106B55F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14AB52-0B71-8D75-E265-F11EAEF09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3250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555A6-F977-A6D7-61F4-6CDC0F8C0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433EB85-6435-1E46-B044-B3E4136E3E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9D8C65E-6EB1-1BB7-FAF7-20AC12500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4FA4033-F4B3-03CA-A71A-49E3E84E3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26868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050B8-5DCE-EE08-7176-FBBB4ABE5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C94347B-FCBB-D7B8-F18D-484F133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86C2554-EA00-A5AC-3B49-A9E21C364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69DA1CA-7EE4-1CEE-67B7-78B0FD6C1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87946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44B28-0E41-57D1-1BFB-EC1DE765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7A360CA-330B-14D5-0A4D-389EB9B57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6D7AB86-02E5-6EB0-062F-92A78D070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ECAE689-465F-095D-29BB-4665108AE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7265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A82-506A-9134-44EA-922ED848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97AB0F9-B6D3-94A0-B597-1CE9A4E6F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FE06556-9B9D-9B42-FDC1-EDF6EC793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4DF758-8882-B552-47AE-8032FB047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72117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3E873-838E-859D-B6DE-CC71F908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C3A4284-30B8-5765-70E8-02A49DC93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69B2F5F-7647-EC2E-4B6A-E7BD25B59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5103C2-A577-384B-897F-F447C0D51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6423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C8D34-5446-E8ED-0BB3-246E79707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248000C-E45D-4123-B89E-949463EC4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0D77799-C46B-A495-6EEB-3328AB5A1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5866CA-9695-EF0A-7C91-2E37BAEAE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24771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A9CE6-B0DF-D4E8-43EA-07080C8A1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1CA3BB9-65A7-317E-E2CC-0EC395088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6FC5C72-BAE9-F7EE-1B48-79E2A2356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E237A6E-EF95-F4B2-FA90-624FF1ADB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37894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96E75-B493-2EE3-C4F6-EE8BA1AF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E5BD133-4840-BF7B-916C-9C2009422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14C4C56-4B55-2CB9-8D96-4AED0A6B0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085BF8-6E25-C29E-7A7D-FDB92B869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90548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C4256-9115-16EA-8D10-6B715765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0A8A9CF-A366-EA59-16DD-D963F0955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1E361AC-806F-DBF4-280E-70AB2E484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382A470-452B-A69A-D614-F7595C35D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57969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E28F-39BC-C162-681A-4CF390B23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B1AD06D-B535-2A9B-1121-10745D61A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1A67984-8A85-B97F-7102-510D323D8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9D420D7-5B1B-4258-9932-540BF3675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71761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EC2FA-BEF2-A6AF-3A35-5388138A4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4DE0EA9-FB62-1C7B-3536-AF927C474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52CED54-FFDB-DAD9-E0C4-1721FE14A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19A7561-0442-74BD-E55D-517AB2B66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76401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3789C-3A02-9420-0349-9AF547B6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992EFE4-54B7-A1B7-3ECE-C39E2E4C9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FEB3D24-5A83-BC91-5643-902C95298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65D84EB-13A8-29B2-7B27-15CCB91A3A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1577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2" name="Figura a mano libera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8" name="Figura a mano libera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9" name="Figura a mano libera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12" name="Tito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 spc="50" baseline="0"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it-IT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43" name="Segnaposto numero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 rtl="0"/>
              <a:t>‹N›</a:t>
            </a:fld>
            <a:endParaRPr lang="it-IT">
              <a:latin typeface="+mn-lt"/>
            </a:endParaRPr>
          </a:p>
        </p:txBody>
      </p:sp>
      <p:sp>
        <p:nvSpPr>
          <p:cNvPr id="42" name="Segnaposto dat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ezio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it-IT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8" name="Segnaposto tes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epilog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igura a mano libera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2" name="Figura a mano libera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3" name="Figura a mano libera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32" name="Tito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it-IT" sz="2000"/>
            </a:lvl1pPr>
            <a:lvl2pPr indent="-283464">
              <a:spcBef>
                <a:spcPts val="18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 rtl="0"/>
              <a:t>‹N›</a:t>
            </a:fld>
            <a:endParaRPr lang="it-IT">
              <a:latin typeface="+mn-lt"/>
            </a:endParaRP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2" name="Figura a mano libera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Segnaposto tes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due contenuti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igura a mano libera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3" name="Figura a mano libera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4" name="Figura a mano libera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9436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" name="Segnaposto contenut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4864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 rtl="0"/>
              <a:t>‹N›</a:t>
            </a:fld>
            <a:endParaRPr lang="it-IT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3" name="Figura a mano libera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4" name="Figura a mano libera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8" name="Figura a mano libera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9" name="Figura a mano libera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it-IT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it-IT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it-IT" sz="2000"/>
            </a:lvl3pPr>
            <a:lvl4pPr marL="1371600" indent="0">
              <a:spcBef>
                <a:spcPts val="1800"/>
              </a:spcBef>
              <a:buFont typeface="+mj-lt"/>
              <a:buNone/>
              <a:defRPr lang="it-IT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endParaRPr lang="it-IT"/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4864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 rtl="0"/>
              <a:t>‹N›</a:t>
            </a:fld>
            <a:endParaRPr lang="it-IT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titolo e immag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3" name="Segnaposto contenut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indent="-283464">
              <a:spcBef>
                <a:spcPts val="18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 rtl="0"/>
              <a:t>‹N›</a:t>
            </a:fld>
            <a:endParaRPr lang="it-IT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del titolo e tabel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igura a mano libera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7" name="Figura a mano libera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457200" indent="0">
              <a:spcBef>
                <a:spcPts val="1800"/>
              </a:spcBef>
              <a:buNone/>
              <a:defRPr lang="it-IT" sz="2000"/>
            </a:lvl2pPr>
            <a:lvl3pPr marL="914400" indent="0">
              <a:spcBef>
                <a:spcPts val="1800"/>
              </a:spcBef>
              <a:buNone/>
              <a:defRPr lang="it-IT" sz="2000"/>
            </a:lvl3pPr>
            <a:lvl4pPr marL="1371600" indent="0">
              <a:spcBef>
                <a:spcPts val="1800"/>
              </a:spcBef>
              <a:buNone/>
              <a:defRPr lang="it-IT" sz="2000"/>
            </a:lvl4pPr>
            <a:lvl5pPr marL="1828800" indent="0">
              <a:spcBef>
                <a:spcPts val="1800"/>
              </a:spcBef>
              <a:buNone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it-IT" sz="2000"/>
            </a:lvl1pPr>
            <a:lvl2pPr>
              <a:spcBef>
                <a:spcPts val="6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 rtl="0"/>
              <a:t>‹N›</a:t>
            </a:fld>
            <a:endParaRPr lang="it-IT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due contenut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igura a mano libera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3" name="Figura a mano libera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4" name="Figura a mano libera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it-IT" sz="2000"/>
            </a:lvl1pPr>
            <a:lvl2pPr>
              <a:spcBef>
                <a:spcPts val="6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it-IT" sz="2000"/>
            </a:lvl1pPr>
            <a:lvl2pPr>
              <a:spcBef>
                <a:spcPts val="18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>
              <a:latin typeface="+mn-lt"/>
            </a:endParaRP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 rtl="0"/>
              <a:t>‹N›</a:t>
            </a:fld>
            <a:endParaRPr lang="it-IT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9" name="Segnaposto tabel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it-IT"/>
            </a:lvl1pPr>
          </a:lstStyle>
          <a:p>
            <a:pPr rtl="0"/>
            <a:r>
              <a:rPr lang="it-IT"/>
              <a:t>Fare clic sull'icona per inserire una tabella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 rtl="0"/>
              <a:t>‹N›</a:t>
            </a:fld>
            <a:endParaRPr lang="it-IT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12" name="Figura a mano libera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18" name="Segnaposto tes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2" name="Segnaposto tito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</a:p>
        </p:txBody>
      </p:sp>
      <p:sp>
        <p:nvSpPr>
          <p:cNvPr id="30" name="Segnaposto dat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it-IT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it-IT">
              <a:latin typeface="+mn-lt"/>
            </a:endParaRPr>
          </a:p>
        </p:txBody>
      </p:sp>
      <p:sp>
        <p:nvSpPr>
          <p:cNvPr id="32" name="Segnaposto numero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it-IT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t-IT" smtClean="0"/>
              <a:pPr rtl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it-IT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it-IT">
          <a:solidFill>
            <a:schemeClr val="tx2"/>
          </a:solidFill>
        </a:defRPr>
      </a:lvl2pPr>
      <a:lvl3pPr eaLnBrk="1" hangingPunct="1">
        <a:defRPr lang="it-IT">
          <a:solidFill>
            <a:schemeClr val="tx2"/>
          </a:solidFill>
        </a:defRPr>
      </a:lvl3pPr>
      <a:lvl4pPr eaLnBrk="1" hangingPunct="1">
        <a:defRPr lang="it-IT">
          <a:solidFill>
            <a:schemeClr val="tx2"/>
          </a:solidFill>
        </a:defRPr>
      </a:lvl4pPr>
      <a:lvl5pPr eaLnBrk="1" hangingPunct="1">
        <a:defRPr lang="it-IT">
          <a:solidFill>
            <a:schemeClr val="tx2"/>
          </a:solidFill>
        </a:defRPr>
      </a:lvl5pPr>
      <a:lvl6pPr eaLnBrk="1" hangingPunct="1">
        <a:defRPr lang="it-IT">
          <a:solidFill>
            <a:schemeClr val="tx2"/>
          </a:solidFill>
        </a:defRPr>
      </a:lvl6pPr>
      <a:lvl7pPr eaLnBrk="1" hangingPunct="1">
        <a:defRPr lang="it-IT">
          <a:solidFill>
            <a:schemeClr val="tx2"/>
          </a:solidFill>
        </a:defRPr>
      </a:lvl7pPr>
      <a:lvl8pPr eaLnBrk="1" hangingPunct="1">
        <a:defRPr lang="it-IT">
          <a:solidFill>
            <a:schemeClr val="tx2"/>
          </a:solidFill>
        </a:defRPr>
      </a:lvl8pPr>
      <a:lvl9pPr eaLnBrk="1" hangingPunct="1">
        <a:defRPr lang="it-IT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123.147:5000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/>
              <a:t>Virtualizzazione di INSANE</a:t>
            </a:r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4735C99D-14B5-B3C0-479A-692DA8844375}"/>
              </a:ext>
            </a:extLst>
          </p:cNvPr>
          <p:cNvSpPr txBox="1">
            <a:spLocks/>
          </p:cNvSpPr>
          <p:nvPr/>
        </p:nvSpPr>
        <p:spPr>
          <a:xfrm>
            <a:off x="6309904" y="1783080"/>
            <a:ext cx="5486400" cy="32918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r>
              <a:rPr lang="it-IT" sz="3200"/>
              <a:t>Dalla Containerizzazione all'Orchestrazione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BEF105FA-BE79-E233-E745-CB6D46B1A3A4}"/>
              </a:ext>
            </a:extLst>
          </p:cNvPr>
          <p:cNvSpPr txBox="1">
            <a:spLocks/>
          </p:cNvSpPr>
          <p:nvPr/>
        </p:nvSpPr>
        <p:spPr>
          <a:xfrm>
            <a:off x="9714972" y="6172202"/>
            <a:ext cx="2081332" cy="27431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it-IT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it-IT">
                <a:solidFill>
                  <a:schemeClr val="tx2"/>
                </a:solidFill>
              </a:defRPr>
            </a:lvl2pPr>
            <a:lvl3pPr eaLnBrk="1" hangingPunct="1">
              <a:defRPr lang="it-IT">
                <a:solidFill>
                  <a:schemeClr val="tx2"/>
                </a:solidFill>
              </a:defRPr>
            </a:lvl3pPr>
            <a:lvl4pPr eaLnBrk="1" hangingPunct="1">
              <a:defRPr lang="it-IT">
                <a:solidFill>
                  <a:schemeClr val="tx2"/>
                </a:solidFill>
              </a:defRPr>
            </a:lvl4pPr>
            <a:lvl5pPr eaLnBrk="1" hangingPunct="1">
              <a:defRPr lang="it-IT">
                <a:solidFill>
                  <a:schemeClr val="tx2"/>
                </a:solidFill>
              </a:defRPr>
            </a:lvl5pPr>
            <a:lvl6pPr eaLnBrk="1" hangingPunct="1">
              <a:defRPr lang="it-IT">
                <a:solidFill>
                  <a:schemeClr val="tx2"/>
                </a:solidFill>
              </a:defRPr>
            </a:lvl6pPr>
            <a:lvl7pPr eaLnBrk="1" hangingPunct="1">
              <a:defRPr lang="it-IT">
                <a:solidFill>
                  <a:schemeClr val="tx2"/>
                </a:solidFill>
              </a:defRPr>
            </a:lvl7pPr>
            <a:lvl8pPr eaLnBrk="1" hangingPunct="1">
              <a:defRPr lang="it-IT">
                <a:solidFill>
                  <a:schemeClr val="tx2"/>
                </a:solidFill>
              </a:defRPr>
            </a:lvl8pPr>
            <a:lvl9pPr eaLnBrk="1" hangingPunct="1">
              <a:defRPr lang="it-IT">
                <a:solidFill>
                  <a:schemeClr val="tx2"/>
                </a:solidFill>
              </a:defRPr>
            </a:lvl9pPr>
          </a:lstStyle>
          <a:p>
            <a:r>
              <a:rPr lang="it-IT" sz="1800"/>
              <a:t>Christian Candela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Cosa è INSANE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4490827" cy="3597470"/>
          </a:xfrm>
        </p:spPr>
        <p:txBody>
          <a:bodyPr vert="horz" lIns="0" tIns="45720" rIns="0" bIns="0" rtlCol="0" anchor="t">
            <a:normAutofit/>
          </a:bodyPr>
          <a:lstStyle>
            <a:defPPr>
              <a:defRPr lang="it-IT"/>
            </a:defPPr>
          </a:lstStyle>
          <a:p>
            <a:pPr marL="283210" lvl="1" indent="-283210"/>
            <a:r>
              <a:rPr lang="it-IT" i="1" dirty="0" err="1">
                <a:latin typeface="Times New Roman"/>
                <a:cs typeface="Times New Roman"/>
              </a:rPr>
              <a:t>Integrated</a:t>
            </a:r>
            <a:r>
              <a:rPr lang="it-IT" i="1" dirty="0">
                <a:latin typeface="Times New Roman"/>
                <a:cs typeface="Times New Roman"/>
              </a:rPr>
              <a:t> </a:t>
            </a:r>
            <a:r>
              <a:rPr lang="it-IT" i="1" dirty="0" err="1">
                <a:latin typeface="Times New Roman"/>
                <a:cs typeface="Times New Roman"/>
              </a:rPr>
              <a:t>aNd</a:t>
            </a:r>
            <a:r>
              <a:rPr lang="it-IT" i="1" dirty="0">
                <a:latin typeface="Times New Roman"/>
                <a:cs typeface="Times New Roman"/>
              </a:rPr>
              <a:t> </a:t>
            </a:r>
            <a:r>
              <a:rPr lang="it-IT" i="1" dirty="0" err="1">
                <a:latin typeface="Times New Roman"/>
                <a:cs typeface="Times New Roman"/>
              </a:rPr>
              <a:t>Selective</a:t>
            </a:r>
            <a:r>
              <a:rPr lang="it-IT" i="1" dirty="0">
                <a:latin typeface="Times New Roman"/>
                <a:cs typeface="Times New Roman"/>
              </a:rPr>
              <a:t> Acceleration </a:t>
            </a:r>
            <a:r>
              <a:rPr lang="it-IT" i="1" dirty="0" err="1">
                <a:latin typeface="Times New Roman"/>
                <a:cs typeface="Times New Roman"/>
              </a:rPr>
              <a:t>at</a:t>
            </a:r>
            <a:r>
              <a:rPr lang="it-IT" i="1" dirty="0">
                <a:latin typeface="Times New Roman"/>
                <a:cs typeface="Times New Roman"/>
              </a:rPr>
              <a:t> the Network Edge</a:t>
            </a:r>
            <a:endParaRPr lang="it-IT" dirty="0">
              <a:latin typeface="Times New Roman"/>
              <a:cs typeface="Times New Roman"/>
            </a:endParaRPr>
          </a:p>
          <a:p>
            <a:pPr marL="283210" lvl="1" indent="-283210"/>
            <a:r>
              <a:rPr lang="it-IT" b="1" dirty="0">
                <a:latin typeface="Times New Roman"/>
                <a:cs typeface="Times New Roman"/>
              </a:rPr>
              <a:t>Middleware </a:t>
            </a:r>
            <a:r>
              <a:rPr lang="it-IT" dirty="0">
                <a:latin typeface="Times New Roman"/>
                <a:cs typeface="Times New Roman"/>
              </a:rPr>
              <a:t>per l'accelerazione di rete</a:t>
            </a:r>
          </a:p>
          <a:p>
            <a:pPr marL="283210" lvl="1" indent="-283210"/>
            <a:r>
              <a:rPr lang="it-IT" dirty="0">
                <a:latin typeface="Times New Roman"/>
                <a:cs typeface="Times New Roman"/>
              </a:rPr>
              <a:t>Permette di sviluppare applicazioni dichiarando i requisiti di </a:t>
            </a:r>
            <a:r>
              <a:rPr lang="it-IT" b="1" dirty="0">
                <a:latin typeface="Times New Roman"/>
                <a:cs typeface="Times New Roman"/>
              </a:rPr>
              <a:t>qualità di servizio 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17E7B55-1A2A-ACE5-8A98-626813160D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399" y="1772725"/>
            <a:ext cx="4093326" cy="34905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-683617"/>
            <a:ext cx="10873740" cy="168020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Come funziona INSANE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1" name="Figura a mano libera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2" name="Figura a mano libera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pic>
        <p:nvPicPr>
          <p:cNvPr id="5" name="Immagine 4" descr="Immagine che contiene testo, diagramma, linea, Piano&#10;&#10;Il contenuto generato dall'IA potrebbe non essere corretto.">
            <a:extLst>
              <a:ext uri="{FF2B5EF4-FFF2-40B4-BE49-F238E27FC236}">
                <a16:creationId xmlns:a16="http://schemas.microsoft.com/office/drawing/2014/main" id="{2DFB15C0-397F-AC1F-2EB2-ECF4704CF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72" r="212" b="10135"/>
          <a:stretch>
            <a:fillRect/>
          </a:stretch>
        </p:blipFill>
        <p:spPr>
          <a:xfrm>
            <a:off x="3456709" y="1174293"/>
            <a:ext cx="8388051" cy="545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D571-0E2F-AC5A-C1B9-FCDB7B2A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F03B67-77AE-64A1-5504-F443AB39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 dirty="0"/>
              <a:t>Configurazione del demone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7123B4BA-3BDA-3072-7BB3-A89053A2E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560258"/>
              </p:ext>
            </p:extLst>
          </p:nvPr>
        </p:nvGraphicFramePr>
        <p:xfrm>
          <a:off x="8242479" y="1919573"/>
          <a:ext cx="4007936" cy="39319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07936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36087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8000"/>
                          </a:solidFill>
                          <a:effectLst/>
                          <a:latin typeface="Consolas"/>
                        </a:rPr>
                        <a:t>###########################</a:t>
                      </a: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8000"/>
                          </a:solidFill>
                          <a:effectLst/>
                          <a:latin typeface="Consolas"/>
                        </a:rPr>
                        <a:t># Peers' network configuration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[peers.peer0]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udpsock_ip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=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"192.168.123.57"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tcpsock_ip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=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"192.168.123.57"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udpdpdk_ip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=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"192.168.123.212"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8000"/>
                          </a:solidFill>
                          <a:effectLst/>
                          <a:latin typeface="Consolas"/>
                        </a:rPr>
                        <a:t>###########################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8000"/>
                          </a:solidFill>
                          <a:effectLst/>
                          <a:latin typeface="Consolas"/>
                        </a:rPr>
                        <a:t># Local PLUGINS config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[</a:t>
                      </a:r>
                      <a:r>
                        <a:rPr lang="en-GB" sz="18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plugins.udpsock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]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ip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=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"192.168.123.147"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 i="0" u="none" strike="noStrike" noProof="0" dirty="0">
                        <a:solidFill>
                          <a:srgbClr val="A31515"/>
                        </a:solidFill>
                        <a:effectLst/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[</a:t>
                      </a:r>
                      <a:r>
                        <a:rPr lang="en-GB" sz="18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plugins.tcpsock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]</a:t>
                      </a: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ip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=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"192.168.123.147"</a:t>
                      </a:r>
                      <a:endParaRPr lang="it-IT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BC709719-23EA-3548-A5BB-1A63B011F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424372"/>
              </p:ext>
            </p:extLst>
          </p:nvPr>
        </p:nvGraphicFramePr>
        <p:xfrm>
          <a:off x="4260760" y="1921098"/>
          <a:ext cx="3981098" cy="39319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81098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308522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8000"/>
                          </a:solidFill>
                          <a:effectLst/>
                          <a:latin typeface="Consolas"/>
                        </a:rPr>
                        <a:t>###########################</a:t>
                      </a: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8000"/>
                          </a:solidFill>
                          <a:effectLst/>
                          <a:latin typeface="Consolas"/>
                        </a:rPr>
                        <a:t># Peers' network configuration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[peers.peer0]</a:t>
                      </a:r>
                      <a:endParaRPr lang="en-GB" sz="1800" b="1">
                        <a:solidFill>
                          <a:srgbClr val="000000"/>
                        </a:solidFill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udpsock_ip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=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"192.168.123.147"</a:t>
                      </a:r>
                      <a:endParaRPr lang="en-GB" sz="1800" b="1">
                        <a:solidFill>
                          <a:srgbClr val="A31515"/>
                        </a:solidFill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tcpsock_ip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=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"192.168.123.147"</a:t>
                      </a:r>
                      <a:endParaRPr lang="en-GB" sz="1800" b="1">
                        <a:solidFill>
                          <a:srgbClr val="A31515"/>
                        </a:solidFill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udpdpdk_ip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=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"192.168.56.53"</a:t>
                      </a:r>
                      <a:endParaRPr lang="en-GB" sz="1800" b="1">
                        <a:solidFill>
                          <a:srgbClr val="A31515"/>
                        </a:solidFill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8000"/>
                          </a:solidFill>
                          <a:effectLst/>
                          <a:latin typeface="Consolas"/>
                        </a:rPr>
                        <a:t>###########################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8000"/>
                          </a:solidFill>
                          <a:effectLst/>
                          <a:latin typeface="Consolas"/>
                        </a:rPr>
                        <a:t># Local PLUGINS config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[</a:t>
                      </a:r>
                      <a:r>
                        <a:rPr lang="en-GB" sz="18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plugins.udpsock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]</a:t>
                      </a:r>
                      <a:endParaRPr lang="en-GB" sz="1800" b="1">
                        <a:solidFill>
                          <a:srgbClr val="000000"/>
                        </a:solidFill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ip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=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"192.168.123.57"</a:t>
                      </a:r>
                      <a:endParaRPr lang="it-IT" sz="1800" b="1">
                        <a:solidFill>
                          <a:srgbClr val="A31515"/>
                        </a:solidFill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[</a:t>
                      </a:r>
                      <a:r>
                        <a:rPr lang="en-GB" sz="1800" b="1" i="0" u="none" strike="noStrike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plugins.tcpsock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]</a:t>
                      </a:r>
                      <a:endParaRPr lang="it-IT" sz="1800" b="1">
                        <a:solidFill>
                          <a:srgbClr val="000000"/>
                        </a:solidFill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ip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=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"192.168.123.57"</a:t>
                      </a:r>
                      <a:endParaRPr lang="en-GB" sz="1800" b="1" dirty="0">
                        <a:solidFill>
                          <a:srgbClr val="A31515"/>
                        </a:solidFill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B7BA3FF9-17B7-4ADF-6525-69C0C1D8E78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33596"/>
            <a:ext cx="4490827" cy="1719301"/>
          </a:xfrm>
        </p:spPr>
        <p:txBody>
          <a:bodyPr vert="horz" lIns="0" tIns="45720" rIns="0" bIns="0" rtlCol="0" anchor="t">
            <a:normAutofit/>
          </a:bodyPr>
          <a:lstStyle>
            <a:defPPr>
              <a:defRPr lang="it-IT"/>
            </a:defPPr>
          </a:lstStyle>
          <a:p>
            <a:pPr marL="283210" lvl="1" indent="-283210"/>
            <a:r>
              <a:rPr lang="it-IT" dirty="0">
                <a:latin typeface="Times New Roman"/>
                <a:cs typeface="Times New Roman"/>
              </a:rPr>
              <a:t>Necessario definire parametri di configurazione in </a:t>
            </a:r>
            <a:r>
              <a:rPr lang="it-IT" b="1" dirty="0" err="1">
                <a:latin typeface="Times New Roman"/>
                <a:cs typeface="Times New Roman"/>
              </a:rPr>
              <a:t>nsnd.cfg</a:t>
            </a:r>
            <a:endParaRPr lang="it-IT" b="1" dirty="0">
              <a:latin typeface="Times New Roman"/>
              <a:cs typeface="Times New Roman"/>
            </a:endParaRPr>
          </a:p>
          <a:p>
            <a:pPr marL="283210" lvl="1" indent="-283210"/>
            <a:r>
              <a:rPr lang="it-IT" dirty="0">
                <a:latin typeface="Times New Roman"/>
                <a:cs typeface="Times New Roman"/>
              </a:rPr>
              <a:t>Definire </a:t>
            </a:r>
            <a:r>
              <a:rPr lang="it-IT" dirty="0" err="1">
                <a:latin typeface="Times New Roman"/>
                <a:cs typeface="Times New Roman"/>
              </a:rPr>
              <a:t>ip</a:t>
            </a:r>
            <a:r>
              <a:rPr lang="it-IT" dirty="0">
                <a:latin typeface="Times New Roman"/>
                <a:cs typeface="Times New Roman"/>
              </a:rPr>
              <a:t> nodo locale</a:t>
            </a:r>
          </a:p>
          <a:p>
            <a:pPr marL="283210" lvl="1" indent="-283210"/>
            <a:r>
              <a:rPr lang="it-IT" dirty="0">
                <a:latin typeface="Times New Roman"/>
                <a:cs typeface="Times New Roman"/>
              </a:rPr>
              <a:t>Definire </a:t>
            </a:r>
            <a:r>
              <a:rPr lang="it-IT" dirty="0" err="1">
                <a:latin typeface="Times New Roman"/>
                <a:cs typeface="Times New Roman"/>
              </a:rPr>
              <a:t>ip</a:t>
            </a:r>
            <a:r>
              <a:rPr lang="it-IT" dirty="0">
                <a:latin typeface="Times New Roman"/>
                <a:cs typeface="Times New Roman"/>
              </a:rPr>
              <a:t> nodo destinazione</a:t>
            </a:r>
          </a:p>
        </p:txBody>
      </p:sp>
    </p:spTree>
    <p:extLst>
      <p:ext uri="{BB962C8B-B14F-4D97-AF65-F5344CB8AC3E}">
        <p14:creationId xmlns:p14="http://schemas.microsoft.com/office/powerpoint/2010/main" val="245403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Obiettivi del progetto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5956775" cy="3709987"/>
          </a:xfrm>
        </p:spPr>
        <p:txBody>
          <a:bodyPr vert="horz" lIns="0" tIns="457200" rIns="0" bIns="0" rtlCol="0" anchor="t">
            <a:normAutofit/>
          </a:bodyPr>
          <a:lstStyle>
            <a:defPPr>
              <a:defRPr lang="it-IT"/>
            </a:defPPr>
          </a:lstStyle>
          <a:p>
            <a:pPr marL="457200" indent="-457200">
              <a:buFont typeface="+mj-lt"/>
              <a:buAutoNum type="arabicPeriod"/>
            </a:pPr>
            <a:r>
              <a:rPr lang="it-IT" b="0" dirty="0">
                <a:solidFill>
                  <a:schemeClr val="bg1"/>
                </a:solidFill>
                <a:latin typeface="Times New Roman"/>
                <a:cs typeface="Times New Roman"/>
              </a:rPr>
              <a:t>Containerizzare l’app e il demone (</a:t>
            </a:r>
            <a:r>
              <a:rPr lang="it-IT" dirty="0">
                <a:solidFill>
                  <a:schemeClr val="bg1"/>
                </a:solidFill>
                <a:latin typeface="Times New Roman"/>
                <a:cs typeface="Times New Roman"/>
              </a:rPr>
              <a:t>Docker</a:t>
            </a:r>
            <a:r>
              <a:rPr lang="it-IT" b="0" dirty="0">
                <a:solidFill>
                  <a:schemeClr val="bg1"/>
                </a:solidFill>
                <a:latin typeface="Times New Roman"/>
                <a:cs typeface="Times New Roman"/>
              </a:rPr>
              <a:t>) </a:t>
            </a:r>
          </a:p>
          <a:p>
            <a:pPr marL="685546" lvl="1" indent="-283210"/>
            <a:r>
              <a:rPr lang="it-IT" b="0" dirty="0">
                <a:solidFill>
                  <a:schemeClr val="bg1"/>
                </a:solidFill>
                <a:latin typeface="Times New Roman"/>
                <a:cs typeface="Times New Roman"/>
              </a:rPr>
              <a:t>Container sono lo standard per distribuzione ed esecuzione di applicazioni distribuite</a:t>
            </a:r>
          </a:p>
          <a:p>
            <a:pPr marL="283210" indent="-283210"/>
            <a:endParaRPr lang="it-I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/>
            <a:endParaRPr lang="it-I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/>
            <a:endParaRPr lang="it-I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magine 4" descr="Immagine che contiene clipart, illustrazione, design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65A8786A-C6D5-E463-BD28-F7B18FE8C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92" y="3988944"/>
            <a:ext cx="4391025" cy="10382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3E9C1C2-2E39-C428-F6C5-61AA86FD3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735" y="4508056"/>
            <a:ext cx="5095875" cy="895350"/>
          </a:xfrm>
          <a:prstGeom prst="rect">
            <a:avLst/>
          </a:prstGeom>
        </p:spPr>
      </p:pic>
      <p:sp>
        <p:nvSpPr>
          <p:cNvPr id="4" name="Segnaposto testo 2">
            <a:extLst>
              <a:ext uri="{FF2B5EF4-FFF2-40B4-BE49-F238E27FC236}">
                <a16:creationId xmlns:a16="http://schemas.microsoft.com/office/drawing/2014/main" id="{D315D6A9-7364-B26F-C840-15A6D4A2861B}"/>
              </a:ext>
            </a:extLst>
          </p:cNvPr>
          <p:cNvSpPr txBox="1">
            <a:spLocks/>
          </p:cNvSpPr>
          <p:nvPr/>
        </p:nvSpPr>
        <p:spPr>
          <a:xfrm>
            <a:off x="6786735" y="2492556"/>
            <a:ext cx="6788150" cy="2015500"/>
          </a:xfrm>
          <a:prstGeom prst="rect">
            <a:avLst/>
          </a:prstGeom>
        </p:spPr>
        <p:txBody>
          <a:bodyPr vert="horz" lIns="0" tIns="457200" rIns="0" bIns="0" rtlCol="0" anchor="t">
            <a:normAutofit lnSpcReduction="10000"/>
          </a:bodyPr>
          <a:lstStyle>
            <a:defPPr>
              <a:defRPr lang="it-IT"/>
            </a:defPPr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it-IT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it-I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it-IT" b="0" dirty="0">
                <a:solidFill>
                  <a:schemeClr val="bg1"/>
                </a:solidFill>
                <a:latin typeface="Times New Roman"/>
                <a:cs typeface="Times New Roman"/>
              </a:rPr>
              <a:t>Orchestrare i container (</a:t>
            </a:r>
            <a:r>
              <a:rPr lang="it-IT" dirty="0">
                <a:solidFill>
                  <a:schemeClr val="bg1"/>
                </a:solidFill>
                <a:latin typeface="Times New Roman"/>
                <a:cs typeface="Times New Roman"/>
              </a:rPr>
              <a:t>Kubernetes</a:t>
            </a:r>
            <a:r>
              <a:rPr lang="it-IT" b="0" dirty="0">
                <a:solidFill>
                  <a:schemeClr val="bg1"/>
                </a:solidFill>
                <a:latin typeface="Times New Roman"/>
                <a:cs typeface="Times New Roman"/>
              </a:rPr>
              <a:t>)</a:t>
            </a:r>
          </a:p>
          <a:p>
            <a:pPr marL="685546" lvl="1" indent="-283210"/>
            <a:r>
              <a:rPr lang="it-IT" b="0" dirty="0">
                <a:solidFill>
                  <a:schemeClr val="bg1"/>
                </a:solidFill>
                <a:latin typeface="Times New Roman"/>
                <a:cs typeface="Times New Roman"/>
              </a:rPr>
              <a:t>Facilita monitoraggio e deployment</a:t>
            </a:r>
          </a:p>
          <a:p>
            <a:pPr marL="685546" lvl="1" indent="-283210"/>
            <a:r>
              <a:rPr lang="it-IT" dirty="0">
                <a:latin typeface="Times New Roman"/>
                <a:cs typeface="Times New Roman"/>
              </a:rPr>
              <a:t>Rete interna al cluster (maggior isolamento)</a:t>
            </a:r>
            <a:endParaRPr lang="it-IT" b="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3210" indent="-283210"/>
            <a:endParaRPr lang="it-IT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F737-4404-332D-C7D5-5B3FACC2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190EB0-3F47-4CD3-7352-65BD6FAA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Comandi per l’avvio dei container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15D137AD-BC51-2723-F927-F5F50214A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841824"/>
              </p:ext>
            </p:extLst>
          </p:nvPr>
        </p:nvGraphicFramePr>
        <p:xfrm>
          <a:off x="594360" y="2905244"/>
          <a:ext cx="5349241" cy="218003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349241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2180032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--privileged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-it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--name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demonContainer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--network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macvlan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192.168.123.211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it-IT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virt-nsnd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ADD2642-A32B-B5EA-8518-11EB2C7B6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63410"/>
              </p:ext>
            </p:extLst>
          </p:nvPr>
        </p:nvGraphicFramePr>
        <p:xfrm>
          <a:off x="6096000" y="3185996"/>
          <a:ext cx="5349240" cy="161852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618528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--privileged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-it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--name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appContainer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it-IT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virt-nsn-perf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774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D1B07-3A61-BCA6-4E9D-7946A5A05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AE1AEACD-3EDE-D225-AB46-7E00D8A9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11575"/>
            <a:ext cx="10873740" cy="1680205"/>
          </a:xfrm>
        </p:spPr>
        <p:txBody>
          <a:bodyPr rtlCol="0"/>
          <a:lstStyle>
            <a:defPPr>
              <a:defRPr lang="it-IT"/>
            </a:defPPr>
          </a:lstStyle>
          <a:p>
            <a:pPr algn="just"/>
            <a:r>
              <a:rPr lang="it-IT"/>
              <a:t>Creazione delle immagini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3D6E150D-7E82-BEE1-48B1-6E931A708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2B076A3D-FCDE-1EB3-D54E-C1A6B746F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1" name="Figura a mano libera 20">
              <a:extLst>
                <a:ext uri="{FF2B5EF4-FFF2-40B4-BE49-F238E27FC236}">
                  <a16:creationId xmlns:a16="http://schemas.microsoft.com/office/drawing/2014/main" id="{D9414891-F76F-DEEE-555B-B1CC27361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2" name="Figura a mano libera 21">
              <a:extLst>
                <a:ext uri="{FF2B5EF4-FFF2-40B4-BE49-F238E27FC236}">
                  <a16:creationId xmlns:a16="http://schemas.microsoft.com/office/drawing/2014/main" id="{457F4413-ABC1-7022-523A-3E9DD65FD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D5A3BF0B-35C4-9F0E-13A7-36F2BDFA80D5}"/>
              </a:ext>
            </a:extLst>
          </p:cNvPr>
          <p:cNvSpPr txBox="1">
            <a:spLocks/>
          </p:cNvSpPr>
          <p:nvPr/>
        </p:nvSpPr>
        <p:spPr>
          <a:xfrm>
            <a:off x="2958615" y="4910337"/>
            <a:ext cx="7068081" cy="3597470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83210"/>
            <a:r>
              <a:rPr lang="it-IT" dirty="0">
                <a:latin typeface="Times New Roman"/>
                <a:cs typeface="Times New Roman"/>
              </a:rPr>
              <a:t>Per eseguire il demone e l'applicazione di test è stato necessario realizzare due </a:t>
            </a:r>
            <a:r>
              <a:rPr lang="it-IT" b="1" dirty="0">
                <a:latin typeface="Times New Roman"/>
                <a:cs typeface="Times New Roman"/>
              </a:rPr>
              <a:t>immagini</a:t>
            </a:r>
          </a:p>
          <a:p>
            <a:pPr lvl="1" indent="-283210"/>
            <a:r>
              <a:rPr lang="it-IT" b="1" err="1">
                <a:latin typeface="Times New Roman"/>
                <a:cs typeface="Times New Roman"/>
              </a:rPr>
              <a:t>Dockerfile</a:t>
            </a:r>
            <a:r>
              <a:rPr lang="it-IT" b="1" dirty="0">
                <a:latin typeface="Times New Roman"/>
                <a:cs typeface="Times New Roman"/>
              </a:rPr>
              <a:t> </a:t>
            </a:r>
            <a:r>
              <a:rPr lang="it-IT" dirty="0">
                <a:latin typeface="Times New Roman"/>
                <a:cs typeface="Times New Roman"/>
              </a:rPr>
              <a:t>per realizzare le immagini</a:t>
            </a:r>
          </a:p>
          <a:p>
            <a:pPr marL="402590" lvl="1" indent="0">
              <a:buNone/>
            </a:pPr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283210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F622118C-E389-4945-4FB0-4C135D10D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155073"/>
              </p:ext>
            </p:extLst>
          </p:nvPr>
        </p:nvGraphicFramePr>
        <p:xfrm>
          <a:off x="655215" y="2336274"/>
          <a:ext cx="5349241" cy="218003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349241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2180032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docker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run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--privileged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-it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 \</a:t>
                      </a:r>
                      <a:endParaRPr lang="it-IT" sz="2400">
                        <a:effectLst/>
                        <a:latin typeface="Consolas"/>
                        <a:ea typeface="Calibri" panose="020F0502020204030204" pitchFamily="34" charset="0"/>
                        <a:cs typeface="Times New Roman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--name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demonContainer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--network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macvlan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192.168.123.211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tmp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:/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tmp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 \</a:t>
                      </a:r>
                      <a:endParaRPr lang="it-IT" sz="2400">
                        <a:effectLst/>
                        <a:latin typeface="Consolas"/>
                        <a:ea typeface="Calibri"/>
                        <a:cs typeface="Times New Roman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hugepages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:/dev/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hugepages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 \</a:t>
                      </a:r>
                      <a:endParaRPr lang="it-IT" sz="2400">
                        <a:effectLst/>
                        <a:latin typeface="Consolas"/>
                        <a:ea typeface="Calibri" panose="020F0502020204030204" pitchFamily="34" charset="0"/>
                        <a:cs typeface="Times New Roman"/>
                      </a:endParaRPr>
                    </a:p>
                    <a:p>
                      <a:pPr algn="l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  </a:t>
                      </a:r>
                      <a:r>
                        <a:rPr lang="it-IT" sz="1800" err="1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virt-nsnd</a:t>
                      </a:r>
                      <a:endParaRPr lang="it-IT">
                        <a:highlight>
                          <a:srgbClr val="FFFF00"/>
                        </a:highlight>
                        <a:latin typeface="Consolas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62AEAFCF-9ED5-C674-E1CA-158A74FA2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750019"/>
              </p:ext>
            </p:extLst>
          </p:nvPr>
        </p:nvGraphicFramePr>
        <p:xfrm>
          <a:off x="6189945" y="2622325"/>
          <a:ext cx="5349240" cy="161852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618528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--privileged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-it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--name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appContainer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  </a:t>
                      </a:r>
                      <a:r>
                        <a:rPr lang="it-IT" sz="1800" err="1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/>
                          <a:ea typeface="Times New Roman" panose="02020603050405020304" pitchFamily="18" charset="0"/>
                          <a:cs typeface="Times New Roman"/>
                        </a:rPr>
                        <a:t>virt-nsn-perf</a:t>
                      </a:r>
                      <a:endParaRPr lang="it-IT">
                        <a:highlight>
                          <a:srgbClr val="FFFF00"/>
                        </a:highlight>
                        <a:latin typeface="Consolas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053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FE78D-46BC-0A5C-A2B0-43FE58919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FE7A99D-A1C7-23BE-2FBE-8046FEB4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11575"/>
            <a:ext cx="10873740" cy="1680205"/>
          </a:xfrm>
        </p:spPr>
        <p:txBody>
          <a:bodyPr rtlCol="0"/>
          <a:lstStyle>
            <a:defPPr>
              <a:defRPr lang="it-IT"/>
            </a:defPPr>
          </a:lstStyle>
          <a:p>
            <a:pPr algn="just"/>
            <a:r>
              <a:rPr lang="it-IT" dirty="0" err="1"/>
              <a:t>Dockerfile</a:t>
            </a:r>
            <a:r>
              <a:rPr lang="it-IT" dirty="0"/>
              <a:t> (Multi stage build)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1190230C-956C-51FB-8AD3-8E3A65502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D1AFCC21-765D-C6CE-CCA9-BB17651FD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1" name="Figura a mano libera 20">
              <a:extLst>
                <a:ext uri="{FF2B5EF4-FFF2-40B4-BE49-F238E27FC236}">
                  <a16:creationId xmlns:a16="http://schemas.microsoft.com/office/drawing/2014/main" id="{D155231C-D781-A8E8-E51B-C1C5DC593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2" name="Figura a mano libera 21">
              <a:extLst>
                <a:ext uri="{FF2B5EF4-FFF2-40B4-BE49-F238E27FC236}">
                  <a16:creationId xmlns:a16="http://schemas.microsoft.com/office/drawing/2014/main" id="{FD90416A-3FAC-F9A0-47F0-B10FD6EF5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FB3F119D-68DD-CE4C-BA30-EACD01339F90}"/>
              </a:ext>
            </a:extLst>
          </p:cNvPr>
          <p:cNvSpPr txBox="1">
            <a:spLocks/>
          </p:cNvSpPr>
          <p:nvPr/>
        </p:nvSpPr>
        <p:spPr>
          <a:xfrm>
            <a:off x="3052560" y="5380063"/>
            <a:ext cx="7068081" cy="3597470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83210"/>
            <a:r>
              <a:rPr lang="it-IT" dirty="0">
                <a:latin typeface="Times New Roman"/>
                <a:cs typeface="Times New Roman"/>
              </a:rPr>
              <a:t>Immagine </a:t>
            </a:r>
            <a:r>
              <a:rPr lang="it-IT" b="1" dirty="0">
                <a:latin typeface="Times New Roman"/>
                <a:cs typeface="Times New Roman"/>
              </a:rPr>
              <a:t>temporanea</a:t>
            </a:r>
            <a:r>
              <a:rPr lang="it-IT" dirty="0">
                <a:latin typeface="Times New Roman"/>
                <a:cs typeface="Times New Roman"/>
              </a:rPr>
              <a:t> con elementi necessari per la compilazione</a:t>
            </a:r>
          </a:p>
          <a:p>
            <a:pPr lvl="1" indent="-283210"/>
            <a:r>
              <a:rPr lang="it-IT" dirty="0">
                <a:latin typeface="Times New Roman"/>
                <a:cs typeface="Times New Roman"/>
              </a:rPr>
              <a:t>Seconda immagine più </a:t>
            </a:r>
            <a:r>
              <a:rPr lang="it-IT" b="1" dirty="0">
                <a:latin typeface="Times New Roman"/>
                <a:cs typeface="Times New Roman"/>
              </a:rPr>
              <a:t>leggera</a:t>
            </a:r>
            <a:r>
              <a:rPr lang="it-IT" dirty="0">
                <a:latin typeface="Times New Roman"/>
                <a:cs typeface="Times New Roman"/>
              </a:rPr>
              <a:t> con i file compilati</a:t>
            </a:r>
          </a:p>
          <a:p>
            <a:pPr lvl="1" indent="-283210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A8AECD31-3E09-AE9B-6778-80679BF4A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780018"/>
              </p:ext>
            </p:extLst>
          </p:nvPr>
        </p:nvGraphicFramePr>
        <p:xfrm>
          <a:off x="219205" y="2392681"/>
          <a:ext cx="5881521" cy="275113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881521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61852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FROM 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ubuntu:latest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AS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builder</a:t>
                      </a: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RUN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apt-get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update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&amp;&amp; apt-get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install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-y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\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build-essential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\</a:t>
                      </a:r>
                      <a:endParaRPr lang="it-IT" sz="1800" b="1" i="0" u="none" strike="noStrike" noProof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gcc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\</a:t>
                      </a:r>
                      <a:endParaRPr lang="it-IT" sz="1800" b="1" i="0" u="none" strike="noStrike" noProof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make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\</a:t>
                      </a:r>
                      <a:endParaRPr lang="it-IT" sz="1800" b="1" i="0" u="none" strike="noStrike" noProof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&amp;&amp; rm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-rf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/var/lib/apt/lists/</a:t>
                      </a:r>
                      <a:r>
                        <a:rPr lang="en-GB" sz="1800" b="1" i="0" u="none" strike="noStrike" noProof="0">
                          <a:solidFill>
                            <a:srgbClr val="0000FF"/>
                          </a:solidFill>
                          <a:effectLst/>
                          <a:latin typeface="Consolas"/>
                        </a:rPr>
                        <a:t>*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WORKDIR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</a:t>
                      </a: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RUN 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mkdir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-p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build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RUN 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chmod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+x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./build.sh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&amp;&amp; ./build.sh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release</a:t>
                      </a:r>
                      <a:endParaRPr lang="it-IT" sz="1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C77CC9D4-4DF5-8096-60C5-F25E50E27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14173"/>
              </p:ext>
            </p:extLst>
          </p:nvPr>
        </p:nvGraphicFramePr>
        <p:xfrm>
          <a:off x="6096000" y="2392681"/>
          <a:ext cx="5881521" cy="21793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881521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61852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FROM 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ubuntu:latest</a:t>
                      </a: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WORKDIR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</a:t>
                      </a: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--from=builder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/app/build/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-perf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--from=builder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nsn-app.cfg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--from=builder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/app/datapaths/libudpsock.so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datapaths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</a:t>
                      </a:r>
                      <a:endParaRPr lang="en-GB" sz="18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100" b="0" i="0" u="none" strike="noStrike" noProof="0">
                        <a:solidFill>
                          <a:srgbClr val="A31515"/>
                        </a:solidFill>
                        <a:effectLst/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451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A0EC9-6549-0809-35AC-6A7AE5A55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038CA8C-36EC-EFF1-5555-F7979D53D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11575"/>
            <a:ext cx="10873740" cy="1680205"/>
          </a:xfrm>
        </p:spPr>
        <p:txBody>
          <a:bodyPr rtlCol="0"/>
          <a:lstStyle>
            <a:defPPr>
              <a:defRPr lang="it-IT"/>
            </a:defPPr>
          </a:lstStyle>
          <a:p>
            <a:pPr algn="just"/>
            <a:r>
              <a:rPr lang="it-IT" err="1"/>
              <a:t>Dockerfile</a:t>
            </a:r>
            <a:r>
              <a:rPr lang="it-IT"/>
              <a:t> (Single stage build)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A8D18973-25B9-9E4C-9D38-EE44C92F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F55DD19D-DD67-54FF-F476-0D515256D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1" name="Figura a mano libera 20">
              <a:extLst>
                <a:ext uri="{FF2B5EF4-FFF2-40B4-BE49-F238E27FC236}">
                  <a16:creationId xmlns:a16="http://schemas.microsoft.com/office/drawing/2014/main" id="{E4E61A7D-3F10-CECB-3883-D12A9087E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2" name="Figura a mano libera 21">
              <a:extLst>
                <a:ext uri="{FF2B5EF4-FFF2-40B4-BE49-F238E27FC236}">
                  <a16:creationId xmlns:a16="http://schemas.microsoft.com/office/drawing/2014/main" id="{530B1C04-C901-3371-3173-DC8DE0385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B09B292D-E26E-3E28-6C30-45F1F680B303}"/>
              </a:ext>
            </a:extLst>
          </p:cNvPr>
          <p:cNvSpPr txBox="1">
            <a:spLocks/>
          </p:cNvSpPr>
          <p:nvPr/>
        </p:nvSpPr>
        <p:spPr>
          <a:xfrm>
            <a:off x="108944" y="2446885"/>
            <a:ext cx="5502328" cy="1102703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83210"/>
            <a:r>
              <a:rPr lang="it-IT">
                <a:latin typeface="Times New Roman"/>
                <a:cs typeface="Times New Roman"/>
              </a:rPr>
              <a:t>Copia dei file compilati necessari per l'esecuzione (file di configurazione, plugin e librerie)</a:t>
            </a:r>
          </a:p>
          <a:p>
            <a:pPr lvl="1" indent="-283210"/>
            <a:endParaRPr lang="it-IT">
              <a:latin typeface="Times New Roman"/>
              <a:cs typeface="Times New Roman"/>
            </a:endParaRPr>
          </a:p>
          <a:p>
            <a:pPr lvl="1" indent="-283210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11C5C3CE-DF7F-695F-C5E3-259E95D84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517244"/>
              </p:ext>
            </p:extLst>
          </p:nvPr>
        </p:nvGraphicFramePr>
        <p:xfrm>
          <a:off x="5824602" y="2476188"/>
          <a:ext cx="5881521" cy="28346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881521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61852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FROM 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ubuntu:latest</a:t>
                      </a: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RUN 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mkdir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-p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datapaths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./build/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./build/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nsnd.cfg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./build/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libnsn.o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datapaths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udpsock.o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datapaths</a:t>
                      </a: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./datapaths/libudpsock.so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datapaths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./datapaths/libtcpsock.so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datapaths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WORKDIR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CMD [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"/app/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]</a:t>
                      </a:r>
                      <a:endParaRPr lang="it-IT" sz="1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69B4323-B99A-7A22-DC5B-653CC2FE9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654058"/>
              </p:ext>
            </p:extLst>
          </p:nvPr>
        </p:nvGraphicFramePr>
        <p:xfrm>
          <a:off x="1043834" y="3895805"/>
          <a:ext cx="4013046" cy="17373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13046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61852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FROM 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ubuntu:latest</a:t>
                      </a: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./build/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-perf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./build/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nsn-app.cfg</a:t>
                      </a: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WORKDIR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it-IT" sz="1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8510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30D7E-017B-E2BB-DB4E-67CAE2EF4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9F2C383A-BC7B-4E4E-AAE8-DAC58DF20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11575"/>
            <a:ext cx="10873740" cy="1680205"/>
          </a:xfrm>
        </p:spPr>
        <p:txBody>
          <a:bodyPr rtlCol="0"/>
          <a:lstStyle>
            <a:defPPr>
              <a:defRPr lang="it-IT"/>
            </a:defPPr>
          </a:lstStyle>
          <a:p>
            <a:pPr algn="just"/>
            <a:r>
              <a:rPr lang="it-IT"/>
              <a:t>Tag --</a:t>
            </a:r>
            <a:r>
              <a:rPr lang="it-IT" err="1"/>
              <a:t>privileged</a:t>
            </a:r>
            <a:endParaRPr lang="it-IT"/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EC19800B-DB0C-1F51-3AC8-4DE45C73F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1D6FD506-2B07-8A9A-6F1A-30E01385C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1" name="Figura a mano libera 20">
              <a:extLst>
                <a:ext uri="{FF2B5EF4-FFF2-40B4-BE49-F238E27FC236}">
                  <a16:creationId xmlns:a16="http://schemas.microsoft.com/office/drawing/2014/main" id="{B81A168C-4E00-7685-8BAD-51F108256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2" name="Figura a mano libera 21">
              <a:extLst>
                <a:ext uri="{FF2B5EF4-FFF2-40B4-BE49-F238E27FC236}">
                  <a16:creationId xmlns:a16="http://schemas.microsoft.com/office/drawing/2014/main" id="{7283DFC7-4521-CFDC-9190-54F13DF50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685E16D-0C1B-80AE-3093-1F9ED440D2C3}"/>
              </a:ext>
            </a:extLst>
          </p:cNvPr>
          <p:cNvSpPr txBox="1">
            <a:spLocks/>
          </p:cNvSpPr>
          <p:nvPr/>
        </p:nvSpPr>
        <p:spPr>
          <a:xfrm>
            <a:off x="2561958" y="4576310"/>
            <a:ext cx="7068081" cy="3597470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83210"/>
            <a:r>
              <a:rPr lang="it-IT" dirty="0">
                <a:latin typeface="Times New Roman"/>
                <a:cs typeface="Times New Roman"/>
              </a:rPr>
              <a:t>Container acquisisce gli </a:t>
            </a:r>
            <a:r>
              <a:rPr lang="it-IT" b="1" dirty="0">
                <a:latin typeface="Times New Roman"/>
                <a:cs typeface="Times New Roman"/>
              </a:rPr>
              <a:t>stessi privilegi </a:t>
            </a:r>
            <a:r>
              <a:rPr lang="it-IT" b="1" dirty="0" err="1">
                <a:latin typeface="Times New Roman"/>
                <a:cs typeface="Times New Roman"/>
              </a:rPr>
              <a:t>dell’host</a:t>
            </a:r>
            <a:endParaRPr lang="it-IT" b="1" dirty="0">
              <a:latin typeface="Times New Roman"/>
              <a:cs typeface="Times New Roman"/>
            </a:endParaRPr>
          </a:p>
          <a:p>
            <a:pPr lvl="1" indent="-283210"/>
            <a:r>
              <a:rPr lang="it-IT" dirty="0">
                <a:latin typeface="Times New Roman"/>
                <a:cs typeface="Times New Roman"/>
              </a:rPr>
              <a:t>Necessario per accedere a /</a:t>
            </a:r>
            <a:r>
              <a:rPr lang="it-IT" dirty="0" err="1">
                <a:latin typeface="Times New Roman"/>
                <a:cs typeface="Times New Roman"/>
              </a:rPr>
              <a:t>dev</a:t>
            </a:r>
            <a:r>
              <a:rPr lang="it-IT" dirty="0">
                <a:latin typeface="Times New Roman"/>
                <a:cs typeface="Times New Roman"/>
              </a:rPr>
              <a:t>/</a:t>
            </a:r>
            <a:r>
              <a:rPr lang="it-IT" dirty="0" err="1">
                <a:latin typeface="Times New Roman"/>
                <a:cs typeface="Times New Roman"/>
              </a:rPr>
              <a:t>hugepages</a:t>
            </a:r>
            <a:r>
              <a:rPr lang="it-IT" dirty="0"/>
              <a:t> </a:t>
            </a:r>
          </a:p>
          <a:p>
            <a:pPr lvl="1" indent="-283210"/>
            <a:r>
              <a:rPr lang="it-IT" dirty="0">
                <a:latin typeface="Times New Roman"/>
                <a:cs typeface="Times New Roman"/>
              </a:rPr>
              <a:t>Volumi a cui ha accesso il container sono /</a:t>
            </a:r>
            <a:r>
              <a:rPr lang="it-IT" dirty="0" err="1">
                <a:latin typeface="Times New Roman"/>
                <a:cs typeface="Times New Roman"/>
              </a:rPr>
              <a:t>tmp</a:t>
            </a:r>
            <a:r>
              <a:rPr lang="it-IT" dirty="0">
                <a:latin typeface="Times New Roman"/>
                <a:cs typeface="Times New Roman"/>
              </a:rPr>
              <a:t> e /</a:t>
            </a:r>
            <a:r>
              <a:rPr lang="it-IT" dirty="0" err="1">
                <a:latin typeface="Times New Roman"/>
                <a:cs typeface="Times New Roman"/>
              </a:rPr>
              <a:t>dev</a:t>
            </a:r>
            <a:r>
              <a:rPr lang="it-IT" dirty="0">
                <a:latin typeface="Times New Roman"/>
                <a:cs typeface="Times New Roman"/>
              </a:rPr>
              <a:t>/</a:t>
            </a:r>
            <a:r>
              <a:rPr lang="it-IT" dirty="0" err="1">
                <a:latin typeface="Times New Roman"/>
                <a:cs typeface="Times New Roman"/>
              </a:rPr>
              <a:t>hugepages</a:t>
            </a:r>
            <a:endParaRPr lang="it-IT" dirty="0">
              <a:latin typeface="Times New Roman"/>
              <a:cs typeface="Times New Roman"/>
            </a:endParaRP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45171CEA-A6D5-23C4-BBAC-12B8F6494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387529"/>
              </p:ext>
            </p:extLst>
          </p:nvPr>
        </p:nvGraphicFramePr>
        <p:xfrm>
          <a:off x="3421379" y="2117069"/>
          <a:ext cx="5349241" cy="218003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349241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2180032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--privileged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-it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--name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demonContainer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--network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macvlan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192.168.123.211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it-IT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virt-nsnd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149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9386E-0857-C693-B2E8-3C9B1968F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BEABFA-B16A-2CA3-E57B-0AF71AA2B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/>
              <a:t>Connettività (Network </a:t>
            </a:r>
            <a:r>
              <a:rPr lang="it-IT" err="1"/>
              <a:t>host</a:t>
            </a:r>
            <a:r>
              <a:rPr lang="it-IT"/>
              <a:t>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BE2824-9BFA-88FC-BF91-B13FDBEFE1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94340" y="2680615"/>
            <a:ext cx="4490827" cy="3597470"/>
          </a:xfrm>
        </p:spPr>
        <p:txBody>
          <a:bodyPr vert="horz" lIns="0" tIns="45720" rIns="0" bIns="0" rtlCol="0" anchor="t">
            <a:normAutofit/>
          </a:bodyPr>
          <a:lstStyle>
            <a:defPPr>
              <a:defRPr lang="it-IT"/>
            </a:defPPr>
          </a:lstStyle>
          <a:p>
            <a:pPr marL="283210" lvl="1" indent="-283210"/>
            <a:r>
              <a:rPr lang="it-IT" dirty="0">
                <a:latin typeface="Times New Roman"/>
                <a:cs typeface="Times New Roman"/>
              </a:rPr>
              <a:t>Container condivide </a:t>
            </a:r>
            <a:r>
              <a:rPr lang="it-IT" dirty="0" err="1">
                <a:latin typeface="Times New Roman"/>
                <a:cs typeface="Times New Roman"/>
              </a:rPr>
              <a:t>stack</a:t>
            </a:r>
            <a:r>
              <a:rPr lang="it-IT" dirty="0">
                <a:latin typeface="Times New Roman"/>
                <a:cs typeface="Times New Roman"/>
              </a:rPr>
              <a:t> di rete </a:t>
            </a:r>
            <a:r>
              <a:rPr lang="it-IT" dirty="0" err="1">
                <a:latin typeface="Times New Roman"/>
                <a:cs typeface="Times New Roman"/>
              </a:rPr>
              <a:t>dell’host</a:t>
            </a:r>
            <a:endParaRPr lang="it-IT" dirty="0">
              <a:latin typeface="Times New Roman"/>
              <a:cs typeface="Times New Roman"/>
            </a:endParaRPr>
          </a:p>
          <a:p>
            <a:pPr marL="283210" lvl="1" indent="-283210"/>
            <a:r>
              <a:rPr lang="it-IT" dirty="0">
                <a:latin typeface="Times New Roman"/>
                <a:cs typeface="Times New Roman"/>
              </a:rPr>
              <a:t>Poco isolamento e </a:t>
            </a:r>
            <a:r>
              <a:rPr lang="it-IT" b="1" dirty="0">
                <a:latin typeface="Times New Roman"/>
                <a:cs typeface="Times New Roman"/>
              </a:rPr>
              <a:t>problemi di sicurezza</a:t>
            </a:r>
          </a:p>
          <a:p>
            <a:pPr marL="283210" lvl="1" indent="-283210"/>
            <a:r>
              <a:rPr lang="it-IT" dirty="0">
                <a:latin typeface="Times New Roman"/>
                <a:cs typeface="Times New Roman"/>
              </a:rPr>
              <a:t>Demone utilizza gli indirizzi </a:t>
            </a:r>
            <a:r>
              <a:rPr lang="it-IT" dirty="0" err="1">
                <a:latin typeface="Times New Roman"/>
                <a:cs typeface="Times New Roman"/>
              </a:rPr>
              <a:t>ip</a:t>
            </a:r>
            <a:r>
              <a:rPr lang="it-IT" dirty="0">
                <a:latin typeface="Times New Roman"/>
                <a:cs typeface="Times New Roman"/>
              </a:rPr>
              <a:t> delle macchine virtuali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B4D5E043-3045-B3FA-E2DD-F0B2947A2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975371"/>
              </p:ext>
            </p:extLst>
          </p:nvPr>
        </p:nvGraphicFramePr>
        <p:xfrm>
          <a:off x="6096000" y="4900312"/>
          <a:ext cx="5803644" cy="157801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803644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578018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--privileged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--network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host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-it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--name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demonContainer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it-IT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virt-nsn-perf2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9F3B272-0428-145C-41F0-4BC92E295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902983"/>
              </p:ext>
            </p:extLst>
          </p:nvPr>
        </p:nvGraphicFramePr>
        <p:xfrm>
          <a:off x="594360" y="2480370"/>
          <a:ext cx="4887508" cy="3997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887508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3288756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###########################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 Peers' network configuration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[peers.peer0]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udpsock_ip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"192.168.123.57"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tcpsock_ip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"192.168.123.57"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udpdpdk_ip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"192.168.123.57"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###########################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 Local PLUGINS config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plugins.udpsock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"192.168.123.147"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plugins.tcpsock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"192.168.123.147"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014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8C1B3-B127-29D2-2028-F00B9733C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15AC90-A668-E13F-3DED-BDC929126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/>
              <a:t>Connettività (</a:t>
            </a:r>
            <a:r>
              <a:rPr lang="it-IT" err="1"/>
              <a:t>Macvlan</a:t>
            </a:r>
            <a:r>
              <a:rPr lang="it-IT"/>
              <a:t>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B262AF-9E03-D4B6-658C-AC0716BA6E9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0" y="2255851"/>
            <a:ext cx="4490827" cy="3597470"/>
          </a:xfrm>
        </p:spPr>
        <p:txBody>
          <a:bodyPr vert="horz" lIns="0" tIns="45720" rIns="0" bIns="0" rtlCol="0" anchor="t">
            <a:normAutofit/>
          </a:bodyPr>
          <a:lstStyle>
            <a:defPPr>
              <a:defRPr lang="it-IT"/>
            </a:defPPr>
          </a:lstStyle>
          <a:p>
            <a:pPr marL="283210" lvl="1" indent="-283210"/>
            <a:r>
              <a:rPr lang="it-IT" dirty="0">
                <a:latin typeface="Times New Roman"/>
                <a:cs typeface="Times New Roman"/>
              </a:rPr>
              <a:t>Rete Docker che permette ad un container di avere un indirizzo </a:t>
            </a:r>
            <a:r>
              <a:rPr lang="it-IT" dirty="0" err="1">
                <a:latin typeface="Times New Roman"/>
                <a:cs typeface="Times New Roman"/>
              </a:rPr>
              <a:t>ip</a:t>
            </a:r>
            <a:r>
              <a:rPr lang="it-IT" dirty="0">
                <a:latin typeface="Times New Roman"/>
                <a:cs typeface="Times New Roman"/>
              </a:rPr>
              <a:t> </a:t>
            </a:r>
            <a:r>
              <a:rPr lang="it-IT" b="1" dirty="0">
                <a:latin typeface="Times New Roman"/>
                <a:cs typeface="Times New Roman"/>
              </a:rPr>
              <a:t>sulla stessa rete fisica </a:t>
            </a:r>
            <a:r>
              <a:rPr lang="it-IT" b="1" dirty="0" err="1">
                <a:latin typeface="Times New Roman"/>
                <a:cs typeface="Times New Roman"/>
              </a:rPr>
              <a:t>dell’host</a:t>
            </a:r>
            <a:endParaRPr lang="it-IT" b="1" dirty="0">
              <a:latin typeface="Times New Roman"/>
              <a:cs typeface="Times New Roman"/>
            </a:endParaRPr>
          </a:p>
          <a:p>
            <a:pPr marL="283210" lvl="1" indent="-283210"/>
            <a:r>
              <a:rPr lang="it-IT" dirty="0">
                <a:latin typeface="Times New Roman"/>
                <a:cs typeface="Times New Roman"/>
              </a:rPr>
              <a:t>Il comando contiene l’indirizzo che avrà il container nella rete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747841F6-E3E8-347B-1EA8-F6BCC0659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650881"/>
              </p:ext>
            </p:extLst>
          </p:nvPr>
        </p:nvGraphicFramePr>
        <p:xfrm>
          <a:off x="146888" y="4206655"/>
          <a:ext cx="5803644" cy="20421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803644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578018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--privileged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-it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--name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demonContainer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--network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macvlan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098658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192.168.123.211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it-IT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virt-nsnd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16A42F67-EBA7-39A1-EB79-310EE394A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438480"/>
              </p:ext>
            </p:extLst>
          </p:nvPr>
        </p:nvGraphicFramePr>
        <p:xfrm>
          <a:off x="594360" y="2407920"/>
          <a:ext cx="4887508" cy="1494596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887508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494596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network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-d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macvlan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--subnet=192.168.123.0/24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--gateway=192.168.123.1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-o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parent=enp18s0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it-IT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macvlan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9" name="Tabella 8">
            <a:extLst>
              <a:ext uri="{FF2B5EF4-FFF2-40B4-BE49-F238E27FC236}">
                <a16:creationId xmlns:a16="http://schemas.microsoft.com/office/drawing/2014/main" id="{8ADC76A6-5CFA-E007-349F-1C5FD03AD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842290"/>
              </p:ext>
            </p:extLst>
          </p:nvPr>
        </p:nvGraphicFramePr>
        <p:xfrm>
          <a:off x="6241468" y="4206655"/>
          <a:ext cx="5803644" cy="20421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803644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578018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--privileged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-it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--name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demonContainer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--network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macvlan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098658"/>
                          </a:solidFill>
                          <a:effectLst/>
                          <a:highlight>
                            <a:srgbClr val="FFFF00"/>
                          </a:highlight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192.168.123.212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it-IT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virt-nsnd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6634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193BC-4612-3EF7-F1A2-B91FDEE40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58EA90-1E47-82F3-290A-1E7C9901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/>
              <a:t>Connettività (</a:t>
            </a:r>
            <a:r>
              <a:rPr lang="it-IT" err="1"/>
              <a:t>Macvlan</a:t>
            </a:r>
            <a:r>
              <a:rPr lang="it-IT"/>
              <a:t>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5E6CBC-6BA3-E782-971D-7AEE4FFBBF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50586" y="6168094"/>
            <a:ext cx="4490827" cy="3597470"/>
          </a:xfrm>
        </p:spPr>
        <p:txBody>
          <a:bodyPr vert="horz" lIns="0" tIns="45720" rIns="0" bIns="0" rtlCol="0" anchor="t">
            <a:normAutofit/>
          </a:bodyPr>
          <a:lstStyle>
            <a:defPPr>
              <a:defRPr lang="it-IT"/>
            </a:defPPr>
          </a:lstStyle>
          <a:p>
            <a:pPr marL="283210" lvl="1" indent="-283210" algn="ctr"/>
            <a:r>
              <a:rPr lang="it-IT" err="1">
                <a:latin typeface="Times New Roman"/>
                <a:cs typeface="Times New Roman"/>
              </a:rPr>
              <a:t>Ip</a:t>
            </a:r>
            <a:r>
              <a:rPr lang="it-IT" dirty="0">
                <a:latin typeface="Times New Roman"/>
                <a:cs typeface="Times New Roman"/>
              </a:rPr>
              <a:t> nel file di configurazione sono quelli della rete </a:t>
            </a:r>
            <a:r>
              <a:rPr lang="it-IT" b="1" err="1">
                <a:latin typeface="Times New Roman"/>
                <a:cs typeface="Times New Roman"/>
              </a:rPr>
              <a:t>macvlan</a:t>
            </a:r>
            <a:endParaRPr lang="it-IT" b="1">
              <a:latin typeface="Times New Roman"/>
              <a:cs typeface="Times New Roman"/>
            </a:endParaRP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EB081A80-9354-0175-36BF-703C1DC39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578860"/>
              </p:ext>
            </p:extLst>
          </p:nvPr>
        </p:nvGraphicFramePr>
        <p:xfrm>
          <a:off x="4116190" y="2048263"/>
          <a:ext cx="3959620" cy="3997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59620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3140778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###########################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 Peers' network configuration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[peers.peer0]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udpsock_ip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"192.168.123.212"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tcpsock_ip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"192.168.123.212"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udpdpdk_ip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"192.168.123.212"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###########################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# Local PLUGINS config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plugins.udpsock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"192.168.123.211"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plugins.tcpsock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GB" sz="180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"192.168.123.211"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557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496C2-20B2-75B0-AE3D-9703B4806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3E1647-A259-D887-C2D5-E8CF1D04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Avvio dei container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538644BB-A173-B7D9-D6C5-480245FFF40E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2905244"/>
          <a:ext cx="5349241" cy="218003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349241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2180032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--privileged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-it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--name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demonContainer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--network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macvlan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192.168.123.211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it-IT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virt-nsnd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A540C463-6B26-CF61-4727-4659AAD8A65D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185996"/>
          <a:ext cx="5349240" cy="1618528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618528">
                <a:tc>
                  <a:txBody>
                    <a:bodyPr/>
                    <a:lstStyle/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run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--privileged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-it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--name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appContainer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tmp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ts val="142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-v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:/dev/</a:t>
                      </a:r>
                      <a:r>
                        <a:rPr lang="en-GB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hugepages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\</a:t>
                      </a:r>
                      <a:endParaRPr lang="it-IT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 </a:t>
                      </a:r>
                      <a:r>
                        <a:rPr lang="it-IT" sz="180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virt-nsn-perf</a:t>
                      </a:r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pic>
        <p:nvPicPr>
          <p:cNvPr id="9" name="Immagine 8">
            <a:extLst>
              <a:ext uri="{FF2B5EF4-FFF2-40B4-BE49-F238E27FC236}">
                <a16:creationId xmlns:a16="http://schemas.microsoft.com/office/drawing/2014/main" id="{CBFC9121-0EA0-1037-E016-06AFE06C3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1" t="-2" r="71544" b="-4283"/>
          <a:stretch>
            <a:fillRect/>
          </a:stretch>
        </p:blipFill>
        <p:spPr bwMode="auto">
          <a:xfrm>
            <a:off x="3327171" y="5408272"/>
            <a:ext cx="5537658" cy="9809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7344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9FEF-3637-BA38-C4AE-85BD6F843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A3813FD5-62B1-B443-C605-EF32027B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Kubernetes</a:t>
            </a:r>
          </a:p>
        </p:txBody>
      </p:sp>
    </p:spTree>
    <p:extLst>
      <p:ext uri="{BB962C8B-B14F-4D97-AF65-F5344CB8AC3E}">
        <p14:creationId xmlns:p14="http://schemas.microsoft.com/office/powerpoint/2010/main" val="3583425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8017-D589-3D0E-6376-D4FB48563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94FD53-D00F-31F2-945B-4477AE28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/>
              <a:t> Sidecar VS </a:t>
            </a:r>
            <a:r>
              <a:rPr lang="it-IT" err="1"/>
              <a:t>Daemonset</a:t>
            </a:r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A42ABDF7-649A-6B86-874E-86E8CC60231F}"/>
              </a:ext>
            </a:extLst>
          </p:cNvPr>
          <p:cNvSpPr txBox="1">
            <a:spLocks/>
          </p:cNvSpPr>
          <p:nvPr/>
        </p:nvSpPr>
        <p:spPr>
          <a:xfrm>
            <a:off x="7441957" y="2714080"/>
            <a:ext cx="3760614" cy="3111612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83210"/>
            <a:r>
              <a:rPr lang="it-IT" dirty="0">
                <a:latin typeface="Times New Roman"/>
                <a:cs typeface="Times New Roman"/>
              </a:rPr>
              <a:t>Container </a:t>
            </a:r>
            <a:r>
              <a:rPr lang="it-IT" err="1">
                <a:latin typeface="Times New Roman"/>
                <a:cs typeface="Times New Roman"/>
              </a:rPr>
              <a:t>ausiliaro</a:t>
            </a:r>
            <a:r>
              <a:rPr lang="it-IT" dirty="0">
                <a:latin typeface="Times New Roman"/>
                <a:cs typeface="Times New Roman"/>
              </a:rPr>
              <a:t> eseguito nello </a:t>
            </a:r>
            <a:r>
              <a:rPr lang="it-IT" b="1" dirty="0">
                <a:latin typeface="Times New Roman"/>
                <a:cs typeface="Times New Roman"/>
              </a:rPr>
              <a:t>stesso </a:t>
            </a:r>
            <a:r>
              <a:rPr lang="it-IT" b="1" err="1">
                <a:latin typeface="Times New Roman"/>
                <a:cs typeface="Times New Roman"/>
              </a:rPr>
              <a:t>Pod</a:t>
            </a:r>
            <a:endParaRPr lang="it-IT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283210"/>
            <a:r>
              <a:rPr lang="it-IT" dirty="0">
                <a:latin typeface="Times New Roman"/>
                <a:cs typeface="Times New Roman"/>
              </a:rPr>
              <a:t>Condivisione di risorse locali con l'applicazione principale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283210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magine 12" descr="Immagine che contiene testo, schermata, Rettangol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04B4CA8D-99ED-5777-0ABC-B699B6525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14" r="875" b="7463"/>
          <a:stretch>
            <a:fillRect/>
          </a:stretch>
        </p:blipFill>
        <p:spPr>
          <a:xfrm>
            <a:off x="591543" y="2572987"/>
            <a:ext cx="6723950" cy="339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54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7BA0-4659-2325-B19F-874F4CC3D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7DE3D1-9E65-8D5C-8862-B5520ABC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/>
              <a:t> Sidecar VS </a:t>
            </a:r>
            <a:r>
              <a:rPr lang="it-IT" err="1"/>
              <a:t>Daemonset</a:t>
            </a:r>
          </a:p>
        </p:txBody>
      </p:sp>
      <p:pic>
        <p:nvPicPr>
          <p:cNvPr id="8" name="Immagine 7" descr="Immagine che contiene testo, schermata, diagramm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F2B75787-BB84-3482-7527-901D9A57BD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323" r="-593" b="32179"/>
          <a:stretch>
            <a:fillRect/>
          </a:stretch>
        </p:blipFill>
        <p:spPr>
          <a:xfrm>
            <a:off x="225388" y="3859480"/>
            <a:ext cx="11751097" cy="2434446"/>
          </a:xfrm>
          <a:prstGeom prst="rect">
            <a:avLst/>
          </a:prstGeom>
        </p:spPr>
      </p:pic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4496A9C7-8AE9-1B70-CA3B-E4A25FBD1F39}"/>
              </a:ext>
            </a:extLst>
          </p:cNvPr>
          <p:cNvSpPr txBox="1">
            <a:spLocks/>
          </p:cNvSpPr>
          <p:nvPr/>
        </p:nvSpPr>
        <p:spPr>
          <a:xfrm>
            <a:off x="593853" y="2575535"/>
            <a:ext cx="10846224" cy="1102703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83210"/>
            <a:r>
              <a:rPr lang="it-IT" dirty="0">
                <a:latin typeface="Times New Roman"/>
                <a:cs typeface="Times New Roman"/>
              </a:rPr>
              <a:t>Un </a:t>
            </a:r>
            <a:r>
              <a:rPr lang="it-IT" dirty="0" err="1">
                <a:latin typeface="Times New Roman"/>
                <a:cs typeface="Times New Roman"/>
              </a:rPr>
              <a:t>pod</a:t>
            </a:r>
            <a:r>
              <a:rPr lang="it-IT" dirty="0">
                <a:latin typeface="Times New Roman"/>
                <a:cs typeface="Times New Roman"/>
              </a:rPr>
              <a:t> demone eseguito su tutti i nodi del cluster</a:t>
            </a:r>
            <a:endParaRPr lang="it-IT" dirty="0"/>
          </a:p>
          <a:p>
            <a:pPr lvl="1" indent="-283210"/>
            <a:r>
              <a:rPr lang="it-IT" dirty="0">
                <a:latin typeface="Times New Roman"/>
                <a:cs typeface="Times New Roman"/>
              </a:rPr>
              <a:t>Miglior gestione dei </a:t>
            </a:r>
            <a:r>
              <a:rPr lang="it-IT" b="1" dirty="0">
                <a:latin typeface="Times New Roman"/>
                <a:cs typeface="Times New Roman"/>
              </a:rPr>
              <a:t>file di configurazione </a:t>
            </a:r>
            <a:r>
              <a:rPr lang="it-IT" dirty="0">
                <a:latin typeface="Times New Roman"/>
                <a:cs typeface="Times New Roman"/>
              </a:rPr>
              <a:t>del demone</a:t>
            </a:r>
          </a:p>
          <a:p>
            <a:pPr lvl="1" indent="-283210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283210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769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FEF3-06BE-EB99-BECC-5088E1733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9A921F5-2332-A0F3-4841-6A1F17C08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11575"/>
            <a:ext cx="10873740" cy="1680205"/>
          </a:xfrm>
        </p:spPr>
        <p:txBody>
          <a:bodyPr rtlCol="0"/>
          <a:lstStyle>
            <a:defPPr>
              <a:defRPr lang="it-IT"/>
            </a:defPPr>
          </a:lstStyle>
          <a:p>
            <a:pPr algn="just"/>
            <a:r>
              <a:rPr lang="it-IT"/>
              <a:t>K3s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45E1DD4D-DE1C-A20E-E809-58A55211A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04DDBA4C-BE6D-A613-94D1-38D5792EA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1" name="Figura a mano libera 20">
              <a:extLst>
                <a:ext uri="{FF2B5EF4-FFF2-40B4-BE49-F238E27FC236}">
                  <a16:creationId xmlns:a16="http://schemas.microsoft.com/office/drawing/2014/main" id="{30549F7C-6746-10A1-8D05-F87679EC5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2" name="Figura a mano libera 21">
              <a:extLst>
                <a:ext uri="{FF2B5EF4-FFF2-40B4-BE49-F238E27FC236}">
                  <a16:creationId xmlns:a16="http://schemas.microsoft.com/office/drawing/2014/main" id="{39C8A0BD-6881-1263-5331-43ACE31F1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C78DB57C-B3DB-D58A-9ACA-93B3F8E9019F}"/>
              </a:ext>
            </a:extLst>
          </p:cNvPr>
          <p:cNvSpPr txBox="1">
            <a:spLocks/>
          </p:cNvSpPr>
          <p:nvPr/>
        </p:nvSpPr>
        <p:spPr>
          <a:xfrm>
            <a:off x="207905" y="2318236"/>
            <a:ext cx="5502328" cy="2794936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83210"/>
            <a:r>
              <a:rPr lang="it-IT" dirty="0">
                <a:latin typeface="Times New Roman"/>
                <a:cs typeface="Times New Roman"/>
              </a:rPr>
              <a:t>Versione leggera e compatta di </a:t>
            </a:r>
            <a:r>
              <a:rPr lang="it-IT" dirty="0" err="1">
                <a:latin typeface="Times New Roman"/>
                <a:cs typeface="Times New Roman"/>
              </a:rPr>
              <a:t>Kubernetes</a:t>
            </a:r>
            <a:endParaRPr lang="it-IT" dirty="0">
              <a:latin typeface="Times New Roman"/>
              <a:cs typeface="Times New Roman"/>
            </a:endParaRPr>
          </a:p>
          <a:p>
            <a:pPr lvl="1" indent="-283210"/>
            <a:r>
              <a:rPr lang="it-IT" dirty="0">
                <a:latin typeface="Times New Roman"/>
                <a:cs typeface="Times New Roman"/>
              </a:rPr>
              <a:t>Primo test con rete </a:t>
            </a:r>
            <a:r>
              <a:rPr lang="it-IT" b="1" dirty="0">
                <a:latin typeface="Times New Roman"/>
                <a:cs typeface="Times New Roman"/>
              </a:rPr>
              <a:t>Host Network</a:t>
            </a:r>
          </a:p>
          <a:p>
            <a:pPr lvl="1" indent="-283210"/>
            <a:r>
              <a:rPr lang="it-IT" dirty="0">
                <a:latin typeface="Times New Roman"/>
                <a:cs typeface="Times New Roman"/>
              </a:rPr>
              <a:t>Secondo test con </a:t>
            </a:r>
            <a:r>
              <a:rPr lang="it-IT" b="1" dirty="0" err="1">
                <a:latin typeface="Times New Roman"/>
                <a:cs typeface="Times New Roman"/>
              </a:rPr>
              <a:t>Multus</a:t>
            </a:r>
            <a:r>
              <a:rPr lang="it-IT" b="1" dirty="0">
                <a:latin typeface="Times New Roman"/>
                <a:cs typeface="Times New Roman"/>
              </a:rPr>
              <a:t> </a:t>
            </a:r>
            <a:r>
              <a:rPr lang="it-IT" dirty="0">
                <a:latin typeface="Times New Roman"/>
                <a:cs typeface="Times New Roman"/>
              </a:rPr>
              <a:t>e </a:t>
            </a:r>
            <a:r>
              <a:rPr lang="it-IT" b="1" dirty="0" err="1">
                <a:latin typeface="Times New Roman"/>
                <a:cs typeface="Times New Roman"/>
              </a:rPr>
              <a:t>Flannel</a:t>
            </a:r>
            <a:r>
              <a:rPr lang="it-IT" b="1" dirty="0">
                <a:latin typeface="Times New Roman"/>
                <a:cs typeface="Times New Roman"/>
              </a:rPr>
              <a:t> </a:t>
            </a:r>
          </a:p>
          <a:p>
            <a:pPr lvl="1" indent="-283210"/>
            <a:r>
              <a:rPr lang="it-IT" dirty="0">
                <a:latin typeface="Times New Roman"/>
                <a:cs typeface="Times New Roman"/>
              </a:rPr>
              <a:t>Scelta non efficace per la realizzazione del progetto</a:t>
            </a:r>
            <a:endParaRPr lang="it-IT" dirty="0"/>
          </a:p>
          <a:p>
            <a:pPr lvl="1" indent="-283210"/>
            <a:endParaRPr lang="it-I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727C340-5E0C-E5AD-5E0C-80BC74E70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217208"/>
              </p:ext>
            </p:extLst>
          </p:nvPr>
        </p:nvGraphicFramePr>
        <p:xfrm>
          <a:off x="5705849" y="635513"/>
          <a:ext cx="5881521" cy="55778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881521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61852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kind: 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NetworkAttachmentDefinition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metadata: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  name: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macvlan-vm1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  namespace: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default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spec: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  config: 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'{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"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cniVersion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": "0.3.1",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"type": "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macvlan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",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"master": "enp18s0",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"mode": "bridge",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"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ipam</a:t>
                      </a: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": {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  "type": "static",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  "addresses": [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    {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      "address": "192.168.123.211/24",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      "gateway": "192.168.123.1"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    </a:t>
                      </a:r>
                      <a:r>
                        <a:rPr lang="it-IT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}</a:t>
                      </a:r>
                      <a:endParaRPr lang="en-GB" sz="1800" b="1" i="0" u="none" strike="noStrike" noProof="0">
                        <a:solidFill>
                          <a:srgbClr val="A31515"/>
                        </a:solidFill>
                        <a:effectLst/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  ]</a:t>
                      </a:r>
                      <a:endParaRPr lang="en-GB" sz="1800" b="1" i="0" u="none" strike="noStrike" noProof="0">
                        <a:solidFill>
                          <a:srgbClr val="A31515"/>
                        </a:solidFill>
                        <a:effectLst/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  }</a:t>
                      </a:r>
                      <a:endParaRPr lang="en-GB" sz="1800" b="1" i="0" u="none" strike="noStrike" noProof="0">
                        <a:solidFill>
                          <a:srgbClr val="A31515"/>
                        </a:solidFill>
                        <a:effectLst/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b="1" i="0" u="none" strike="noStrike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  }'</a:t>
                      </a:r>
                      <a:endParaRPr lang="en-GB" sz="1800" b="1" i="0" u="none" strike="noStrike" noProof="0">
                        <a:solidFill>
                          <a:srgbClr val="A31515"/>
                        </a:solidFill>
                        <a:effectLst/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641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F0B92-83AB-8828-6BF4-9E7B9779B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56FE020E-C1A1-FF39-D459-8197A0BBB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11575"/>
            <a:ext cx="10873740" cy="1680205"/>
          </a:xfrm>
        </p:spPr>
        <p:txBody>
          <a:bodyPr rtlCol="0"/>
          <a:lstStyle>
            <a:defPPr>
              <a:defRPr lang="it-IT"/>
            </a:defPPr>
          </a:lstStyle>
          <a:p>
            <a:pPr algn="just"/>
            <a:r>
              <a:rPr lang="it-IT" err="1"/>
              <a:t>Kubernetes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BBC78CF6-DE6D-AFB4-DA75-B4C006159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FD5F1925-0A6A-0E16-8802-839C0EC22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1" name="Figura a mano libera 20">
              <a:extLst>
                <a:ext uri="{FF2B5EF4-FFF2-40B4-BE49-F238E27FC236}">
                  <a16:creationId xmlns:a16="http://schemas.microsoft.com/office/drawing/2014/main" id="{BB59EDF4-627A-4A3E-3C48-9FF57A414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2" name="Figura a mano libera 21">
              <a:extLst>
                <a:ext uri="{FF2B5EF4-FFF2-40B4-BE49-F238E27FC236}">
                  <a16:creationId xmlns:a16="http://schemas.microsoft.com/office/drawing/2014/main" id="{1B687A16-30AC-FD43-5D4E-49912956F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95388D88-A2D8-5276-5549-85127802002F}"/>
              </a:ext>
            </a:extLst>
          </p:cNvPr>
          <p:cNvSpPr txBox="1">
            <a:spLocks/>
          </p:cNvSpPr>
          <p:nvPr/>
        </p:nvSpPr>
        <p:spPr>
          <a:xfrm>
            <a:off x="207905" y="2318236"/>
            <a:ext cx="5502328" cy="2794936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83210"/>
            <a:r>
              <a:rPr lang="it-IT" dirty="0">
                <a:latin typeface="Times New Roman"/>
                <a:cs typeface="Times New Roman"/>
              </a:rPr>
              <a:t>Utilizzato </a:t>
            </a:r>
            <a:r>
              <a:rPr lang="it-IT" b="1" dirty="0" err="1">
                <a:latin typeface="Times New Roman"/>
                <a:cs typeface="Times New Roman"/>
              </a:rPr>
              <a:t>Calico</a:t>
            </a:r>
            <a:r>
              <a:rPr lang="it-IT" b="1" dirty="0">
                <a:latin typeface="Times New Roman"/>
                <a:cs typeface="Times New Roman"/>
              </a:rPr>
              <a:t> </a:t>
            </a:r>
            <a:r>
              <a:rPr lang="it-IT" dirty="0">
                <a:latin typeface="Times New Roman"/>
                <a:cs typeface="Times New Roman"/>
              </a:rPr>
              <a:t>come CNI</a:t>
            </a:r>
          </a:p>
          <a:p>
            <a:pPr lvl="1" indent="-283210"/>
            <a:r>
              <a:rPr lang="it-IT" dirty="0">
                <a:latin typeface="Times New Roman"/>
                <a:cs typeface="Times New Roman"/>
              </a:rPr>
              <a:t>Definizione di </a:t>
            </a:r>
            <a:r>
              <a:rPr lang="it-IT" dirty="0" err="1">
                <a:latin typeface="Times New Roman"/>
                <a:cs typeface="Times New Roman"/>
              </a:rPr>
              <a:t>ip</a:t>
            </a:r>
            <a:r>
              <a:rPr lang="it-IT" dirty="0">
                <a:latin typeface="Times New Roman"/>
                <a:cs typeface="Times New Roman"/>
              </a:rPr>
              <a:t> statici per i </a:t>
            </a:r>
            <a:r>
              <a:rPr lang="it-IT" dirty="0" err="1">
                <a:latin typeface="Times New Roman"/>
                <a:cs typeface="Times New Roman"/>
              </a:rPr>
              <a:t>pod</a:t>
            </a:r>
            <a:r>
              <a:rPr lang="it-IT" dirty="0">
                <a:latin typeface="Times New Roman"/>
                <a:cs typeface="Times New Roman"/>
              </a:rPr>
              <a:t> demoni</a:t>
            </a:r>
          </a:p>
          <a:p>
            <a:pPr lvl="1" indent="-283210"/>
            <a:r>
              <a:rPr lang="it-IT" dirty="0">
                <a:latin typeface="Times New Roman"/>
                <a:cs typeface="Times New Roman"/>
              </a:rPr>
              <a:t>Un demone per ogni nodo (</a:t>
            </a:r>
            <a:r>
              <a:rPr lang="it-IT" dirty="0" err="1">
                <a:latin typeface="Times New Roman"/>
                <a:cs typeface="Times New Roman"/>
              </a:rPr>
              <a:t>Daemonset</a:t>
            </a:r>
            <a:r>
              <a:rPr lang="it-IT" dirty="0">
                <a:latin typeface="Times New Roman"/>
                <a:cs typeface="Times New Roman"/>
              </a:rPr>
              <a:t>)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92B82C79-DFB7-FA46-B2FA-96A91B1D7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668927"/>
              </p:ext>
            </p:extLst>
          </p:nvPr>
        </p:nvGraphicFramePr>
        <p:xfrm>
          <a:off x="5680363" y="633350"/>
          <a:ext cx="5907974" cy="4206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907974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31626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apiVersion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apps/v1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kind: 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DaemonSet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metadata: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name: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nsnd-daemon-vm1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spec: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selector: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</a:t>
                      </a:r>
                      <a:r>
                        <a:rPr lang="en-GB" sz="1800" b="1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matchLabels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  app: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nsnd-daemon-vm1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template: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metadata: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  labels: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    app: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nsnd-daemon-vm1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  annotations:</a:t>
                      </a:r>
                      <a:endParaRPr lang="en-GB" sz="1800" b="1" kern="1200">
                        <a:solidFill>
                          <a:srgbClr val="000000"/>
                        </a:solidFill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    cni.projectcalico.org/</a:t>
                      </a:r>
                      <a:r>
                        <a:rPr lang="en-GB" sz="1800" b="1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ipAddrs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"[\"10.244.0.100\"]"</a:t>
                      </a:r>
                      <a:endParaRPr lang="en-GB" sz="1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pic>
        <p:nvPicPr>
          <p:cNvPr id="7" name="Immagine 6" descr="Immagine che contiene schermata, testo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585B3715-4138-8FCA-F387-56BBAB884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101" y="5115543"/>
            <a:ext cx="814387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733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37FB-7BCB-F1B6-1E84-7D9ABDB9D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825131-7C65-A99E-3162-87166299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/>
              <a:t> </a:t>
            </a:r>
            <a:r>
              <a:rPr lang="it-IT" err="1"/>
              <a:t>Manifest</a:t>
            </a:r>
            <a:r>
              <a:rPr lang="it-IT"/>
              <a:t> YAML</a:t>
            </a:r>
            <a:endParaRPr lang="it-IT" err="1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DABC5172-3415-A5AD-EDE9-8D3F8967F2E3}"/>
              </a:ext>
            </a:extLst>
          </p:cNvPr>
          <p:cNvSpPr txBox="1">
            <a:spLocks/>
          </p:cNvSpPr>
          <p:nvPr/>
        </p:nvSpPr>
        <p:spPr>
          <a:xfrm>
            <a:off x="593853" y="2377613"/>
            <a:ext cx="5502328" cy="3279845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210"/>
            <a:r>
              <a:rPr lang="it-IT" dirty="0">
                <a:latin typeface="Times New Roman"/>
                <a:ea typeface="+mn-lt"/>
                <a:cs typeface="+mn-lt"/>
              </a:rPr>
              <a:t>Traduzione dei requisiti di Docker:</a:t>
            </a:r>
            <a:endParaRPr lang="it-IT" dirty="0">
              <a:latin typeface="Times New Roman"/>
              <a:cs typeface="Times New Roman"/>
            </a:endParaRPr>
          </a:p>
          <a:p>
            <a:pPr lvl="1" indent="-283210"/>
            <a:r>
              <a:rPr lang="it-IT" dirty="0">
                <a:latin typeface="Times New Roman"/>
                <a:ea typeface="+mn-lt"/>
                <a:cs typeface="+mn-lt"/>
              </a:rPr>
              <a:t>--</a:t>
            </a:r>
            <a:r>
              <a:rPr lang="it-IT" dirty="0" err="1">
                <a:latin typeface="Times New Roman"/>
                <a:ea typeface="+mn-lt"/>
                <a:cs typeface="+mn-lt"/>
              </a:rPr>
              <a:t>privileged</a:t>
            </a:r>
            <a:r>
              <a:rPr lang="it-IT" dirty="0">
                <a:latin typeface="Times New Roman"/>
                <a:ea typeface="+mn-lt"/>
                <a:cs typeface="+mn-lt"/>
              </a:rPr>
              <a:t> → </a:t>
            </a:r>
            <a:r>
              <a:rPr lang="it-IT" dirty="0" err="1">
                <a:latin typeface="Times New Roman"/>
                <a:ea typeface="+mn-lt"/>
                <a:cs typeface="+mn-lt"/>
              </a:rPr>
              <a:t>securityContext</a:t>
            </a:r>
            <a:r>
              <a:rPr lang="it-IT" dirty="0">
                <a:latin typeface="Times New Roman"/>
                <a:ea typeface="+mn-lt"/>
                <a:cs typeface="+mn-lt"/>
              </a:rPr>
              <a:t>: { </a:t>
            </a:r>
            <a:r>
              <a:rPr lang="it-IT" dirty="0" err="1">
                <a:latin typeface="Times New Roman"/>
                <a:ea typeface="+mn-lt"/>
                <a:cs typeface="+mn-lt"/>
              </a:rPr>
              <a:t>privileged</a:t>
            </a:r>
            <a:r>
              <a:rPr lang="it-IT" dirty="0">
                <a:latin typeface="Times New Roman"/>
                <a:ea typeface="+mn-lt"/>
                <a:cs typeface="+mn-lt"/>
              </a:rPr>
              <a:t>: </a:t>
            </a:r>
            <a:r>
              <a:rPr lang="it-IT" dirty="0" err="1">
                <a:latin typeface="Times New Roman"/>
                <a:ea typeface="+mn-lt"/>
                <a:cs typeface="+mn-lt"/>
              </a:rPr>
              <a:t>true</a:t>
            </a:r>
            <a:r>
              <a:rPr lang="it-IT" dirty="0">
                <a:latin typeface="Times New Roman"/>
                <a:ea typeface="+mn-lt"/>
                <a:cs typeface="+mn-lt"/>
              </a:rPr>
              <a:t> }</a:t>
            </a:r>
            <a:endParaRPr lang="it-IT" dirty="0">
              <a:latin typeface="Times New Roman"/>
              <a:cs typeface="Times New Roman"/>
            </a:endParaRPr>
          </a:p>
          <a:p>
            <a:pPr lvl="1" indent="-283210"/>
            <a:r>
              <a:rPr lang="it-IT" b="1" dirty="0">
                <a:latin typeface="Times New Roman"/>
                <a:ea typeface="+mn-lt"/>
                <a:cs typeface="+mn-lt"/>
              </a:rPr>
              <a:t>Volumi </a:t>
            </a:r>
            <a:r>
              <a:rPr lang="it-IT" dirty="0" err="1">
                <a:latin typeface="Times New Roman"/>
                <a:ea typeface="+mn-lt"/>
                <a:cs typeface="+mn-lt"/>
              </a:rPr>
              <a:t>hostPath</a:t>
            </a:r>
            <a:r>
              <a:rPr lang="it-IT" dirty="0">
                <a:latin typeface="Times New Roman"/>
                <a:ea typeface="+mn-lt"/>
                <a:cs typeface="+mn-lt"/>
              </a:rPr>
              <a:t> per /</a:t>
            </a:r>
            <a:r>
              <a:rPr lang="it-IT" dirty="0" err="1">
                <a:latin typeface="Times New Roman"/>
                <a:ea typeface="+mn-lt"/>
                <a:cs typeface="+mn-lt"/>
              </a:rPr>
              <a:t>tmp</a:t>
            </a:r>
            <a:r>
              <a:rPr lang="it-IT" dirty="0">
                <a:latin typeface="Times New Roman"/>
                <a:ea typeface="+mn-lt"/>
                <a:cs typeface="+mn-lt"/>
              </a:rPr>
              <a:t> e /</a:t>
            </a:r>
            <a:r>
              <a:rPr lang="it-IT" dirty="0" err="1">
                <a:latin typeface="Times New Roman"/>
                <a:ea typeface="+mn-lt"/>
                <a:cs typeface="+mn-lt"/>
              </a:rPr>
              <a:t>dev</a:t>
            </a:r>
            <a:r>
              <a:rPr lang="it-IT" dirty="0">
                <a:latin typeface="Times New Roman"/>
                <a:ea typeface="+mn-lt"/>
                <a:cs typeface="+mn-lt"/>
              </a:rPr>
              <a:t>/</a:t>
            </a:r>
            <a:r>
              <a:rPr lang="it-IT" dirty="0" err="1">
                <a:latin typeface="Times New Roman"/>
                <a:ea typeface="+mn-lt"/>
                <a:cs typeface="+mn-lt"/>
              </a:rPr>
              <a:t>hugepages</a:t>
            </a:r>
            <a:r>
              <a:rPr lang="it-IT" dirty="0">
                <a:latin typeface="Times New Roman"/>
                <a:ea typeface="+mn-lt"/>
                <a:cs typeface="+mn-lt"/>
              </a:rPr>
              <a:t> </a:t>
            </a:r>
            <a:endParaRPr lang="it-IT" dirty="0">
              <a:latin typeface="Times New Roman"/>
              <a:cs typeface="Times New Roman"/>
            </a:endParaRPr>
          </a:p>
          <a:p>
            <a:pPr lvl="1" indent="-283210"/>
            <a:r>
              <a:rPr lang="it-IT" dirty="0">
                <a:latin typeface="Times New Roman"/>
                <a:ea typeface="+mn-lt"/>
                <a:cs typeface="+mn-lt"/>
              </a:rPr>
              <a:t>Richiesta esplicita di </a:t>
            </a:r>
            <a:r>
              <a:rPr lang="it-IT" b="1" dirty="0">
                <a:latin typeface="Times New Roman"/>
                <a:ea typeface="+mn-lt"/>
                <a:cs typeface="+mn-lt"/>
              </a:rPr>
              <a:t>hugepages</a:t>
            </a:r>
            <a:r>
              <a:rPr lang="it-IT" dirty="0">
                <a:latin typeface="Times New Roman"/>
                <a:ea typeface="+mn-lt"/>
                <a:cs typeface="+mn-lt"/>
              </a:rPr>
              <a:t>-2Mi nelle risorse del </a:t>
            </a:r>
            <a:r>
              <a:rPr lang="it-IT" dirty="0" err="1">
                <a:latin typeface="Times New Roman"/>
                <a:ea typeface="+mn-lt"/>
                <a:cs typeface="+mn-lt"/>
              </a:rPr>
              <a:t>Pod</a:t>
            </a:r>
            <a:endParaRPr lang="it-IT" dirty="0" err="1">
              <a:latin typeface="Times New Roman"/>
              <a:cs typeface="Times New Roman"/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22FE1FFA-583F-2D43-7C88-EE32E4B00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160001"/>
              </p:ext>
            </p:extLst>
          </p:nvPr>
        </p:nvGraphicFramePr>
        <p:xfrm>
          <a:off x="6006934" y="1890156"/>
          <a:ext cx="5907974" cy="44805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907974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31626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securityContext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</a:t>
                      </a:r>
                      <a:endParaRPr lang="it-IT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privileged: </a:t>
                      </a:r>
                      <a:r>
                        <a:rPr lang="en-GB" sz="1800" b="1" i="0" u="none" strike="noStrike" kern="1200" noProof="0">
                          <a:solidFill>
                            <a:srgbClr val="0000FF"/>
                          </a:solidFill>
                          <a:effectLst/>
                          <a:latin typeface="Consolas"/>
                        </a:rPr>
                        <a:t>true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volumeMounts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- 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mountPath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: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tmp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name: 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tmp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-volume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- 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mountPath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: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/dev/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hugepages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name: 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hugepages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-volume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resources: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requests: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</a:t>
                      </a:r>
                      <a:r>
                        <a:rPr lang="en-GB" sz="1800" b="1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cpu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"500m"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memory: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"1Gi"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hugepages-2Mi: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"2Gi"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limits: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</a:t>
                      </a:r>
                      <a:r>
                        <a:rPr lang="en-GB" sz="1800" b="1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cpu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"2"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memory: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"8Gi"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hugepages-2Mi: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"2Gi"</a:t>
                      </a:r>
                      <a:endParaRPr lang="en-GB" sz="1800" b="1"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A03BADCF-CC4F-7392-D8BD-7EB29FE75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216571"/>
              </p:ext>
            </p:extLst>
          </p:nvPr>
        </p:nvGraphicFramePr>
        <p:xfrm>
          <a:off x="9270695" y="3627051"/>
          <a:ext cx="2719623" cy="3108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719623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31626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volumes: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-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name: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tmp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-volume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</a:t>
                      </a:r>
                      <a:r>
                        <a:rPr lang="en-GB" sz="1800" b="1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hostPath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path: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tmp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type: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Directory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-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name: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hugepages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-volume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</a:t>
                      </a:r>
                      <a:r>
                        <a:rPr lang="en-GB" sz="1800" b="1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hostPath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path: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/dev/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hugepages</a:t>
                      </a:r>
                      <a:endParaRPr lang="en-GB" sz="1800" b="1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type: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Directory</a:t>
                      </a:r>
                      <a:endParaRPr lang="en-GB" sz="1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5692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8683-D623-5BDC-4649-67D03F38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983449-A610-FE0B-4C3A-86A019EF6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/>
              <a:t> </a:t>
            </a:r>
            <a:r>
              <a:rPr lang="it-IT" err="1"/>
              <a:t>Configmap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422B8D7B-9043-E4FF-9255-0E5DAC1B41E5}"/>
              </a:ext>
            </a:extLst>
          </p:cNvPr>
          <p:cNvSpPr txBox="1">
            <a:spLocks/>
          </p:cNvSpPr>
          <p:nvPr/>
        </p:nvSpPr>
        <p:spPr>
          <a:xfrm>
            <a:off x="593853" y="2377613"/>
            <a:ext cx="5502328" cy="1835014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210"/>
            <a:r>
              <a:rPr lang="it-IT" dirty="0">
                <a:latin typeface="Times New Roman"/>
                <a:cs typeface="Times New Roman"/>
              </a:rPr>
              <a:t>Gestione file di </a:t>
            </a:r>
            <a:r>
              <a:rPr lang="it-IT" b="1" dirty="0">
                <a:latin typeface="Times New Roman"/>
                <a:cs typeface="Times New Roman"/>
              </a:rPr>
              <a:t>configurazione </a:t>
            </a:r>
            <a:r>
              <a:rPr lang="it-IT" dirty="0">
                <a:latin typeface="Times New Roman"/>
                <a:cs typeface="Times New Roman"/>
              </a:rPr>
              <a:t>del demone</a:t>
            </a:r>
          </a:p>
          <a:p>
            <a:pPr indent="-283210"/>
            <a:r>
              <a:rPr lang="it-IT" dirty="0">
                <a:latin typeface="Times New Roman"/>
                <a:cs typeface="Times New Roman"/>
              </a:rPr>
              <a:t>Immagine del demone non contiene </a:t>
            </a:r>
            <a:r>
              <a:rPr lang="it-IT" dirty="0" err="1">
                <a:latin typeface="Times New Roman"/>
                <a:cs typeface="Times New Roman"/>
              </a:rPr>
              <a:t>nsnd.cfg</a:t>
            </a:r>
            <a:endParaRPr lang="it-IT" dirty="0">
              <a:latin typeface="Times New Roman"/>
              <a:cs typeface="Times New Roman"/>
            </a:endParaRPr>
          </a:p>
          <a:p>
            <a:pPr indent="-283210"/>
            <a:endParaRPr lang="it-IT">
              <a:latin typeface="Times New Roman"/>
              <a:cs typeface="Times New Roman"/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58D00766-4E28-DEBC-FE95-C7F311BB9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573620"/>
              </p:ext>
            </p:extLst>
          </p:nvPr>
        </p:nvGraphicFramePr>
        <p:xfrm>
          <a:off x="593766" y="4631376"/>
          <a:ext cx="6559323" cy="13563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559323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31626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kubectl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create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configmap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nsnd-config-node1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--from-file=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nsnd.cfg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=./configs/nsnd-node1.cfg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kubectl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create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configmap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nsnd-config-node2</a:t>
                      </a:r>
                      <a:r>
                        <a:rPr lang="en-GB" sz="1800" b="1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--from-file=</a:t>
                      </a:r>
                      <a:r>
                        <a:rPr lang="en-GB" sz="1800" b="1" i="0" u="none" strike="noStrike" kern="1200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nsnd.cfg</a:t>
                      </a:r>
                      <a:r>
                        <a:rPr lang="en-GB" sz="1800" b="1" i="0" u="none" strike="noStrike" kern="1200" noProof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=./configs/nsnd-node2.cfg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100" b="0" i="0" u="none" strike="noStrike" kern="1200" noProof="0">
                        <a:solidFill>
                          <a:srgbClr val="A31515"/>
                        </a:solidFill>
                        <a:effectLst/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7974EA8C-4670-865B-0AE4-77DC5C8E6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851021"/>
              </p:ext>
            </p:extLst>
          </p:nvPr>
        </p:nvGraphicFramePr>
        <p:xfrm>
          <a:off x="7530935" y="3295402"/>
          <a:ext cx="3946742" cy="25603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46742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31626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volumeMounts</a:t>
                      </a: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</a:t>
                      </a:r>
                      <a:endParaRPr lang="it-IT" sz="18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- </a:t>
                      </a:r>
                      <a:r>
                        <a:rPr lang="en-GB" sz="1800" b="1" i="0" u="none" strike="noStrike" kern="1200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name:</a:t>
                      </a: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config-volume</a:t>
                      </a:r>
                      <a:endParaRPr lang="en-GB" sz="18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</a:t>
                      </a:r>
                      <a:r>
                        <a:rPr lang="en-GB" sz="1800" b="1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mountPath</a:t>
                      </a: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 </a:t>
                      </a:r>
                      <a:r>
                        <a:rPr lang="en-GB" sz="1800" b="1" i="0" u="none" strike="noStrike" kern="1200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r>
                        <a:rPr lang="en-GB" sz="1800" b="1" i="0" u="none" strike="noStrike" kern="1200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nsnd.cfg</a:t>
                      </a:r>
                      <a:endParaRPr lang="en-GB" sz="1800" b="1" i="0" u="none" strike="noStrike" kern="1200" noProof="0" dirty="0">
                        <a:solidFill>
                          <a:srgbClr val="A31515"/>
                        </a:solidFill>
                        <a:effectLst/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</a:t>
                      </a:r>
                      <a:r>
                        <a:rPr lang="en-GB" sz="1800" b="1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subPath</a:t>
                      </a: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 </a:t>
                      </a:r>
                      <a:r>
                        <a:rPr lang="en-GB" sz="1800" b="1" i="0" u="none" strike="noStrike" kern="1200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nsnd.cfg</a:t>
                      </a:r>
                      <a:endParaRPr lang="en-GB" sz="18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</a:t>
                      </a:r>
                      <a:r>
                        <a:rPr lang="en-GB" sz="1800" b="1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readOnly</a:t>
                      </a: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 </a:t>
                      </a:r>
                      <a:r>
                        <a:rPr lang="en-GB" sz="1800" b="1" i="0" u="none" strike="noStrike" kern="1200" noProof="0" dirty="0">
                          <a:solidFill>
                            <a:srgbClr val="0000FF"/>
                          </a:solidFill>
                          <a:effectLst/>
                          <a:latin typeface="Consolas"/>
                        </a:rPr>
                        <a:t>true</a:t>
                      </a:r>
                      <a:endParaRPr lang="en-GB" sz="18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volumes:</a:t>
                      </a:r>
                      <a:endParaRPr lang="en-GB" sz="18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- </a:t>
                      </a:r>
                      <a:r>
                        <a:rPr lang="en-GB" sz="1800" b="1" i="0" u="none" strike="noStrike" kern="1200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name:</a:t>
                      </a: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kern="1200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config-volume</a:t>
                      </a:r>
                      <a:endParaRPr lang="en-GB" sz="18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</a:t>
                      </a:r>
                      <a:r>
                        <a:rPr lang="en-GB" sz="1800" b="1" i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configMap</a:t>
                      </a: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:</a:t>
                      </a:r>
                      <a:endParaRPr lang="en-GB" sz="18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  name: </a:t>
                      </a:r>
                      <a:r>
                        <a:rPr lang="en-GB" sz="1800" b="1" i="0" u="none" strike="noStrike" kern="1200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nsnd-config-node1</a:t>
                      </a:r>
                      <a:endParaRPr lang="en-GB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3F7768E5-70AD-B37E-0B93-8823F031F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752402"/>
              </p:ext>
            </p:extLst>
          </p:nvPr>
        </p:nvGraphicFramePr>
        <p:xfrm>
          <a:off x="7526732" y="1140214"/>
          <a:ext cx="3991384" cy="197053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91384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197053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FROM </a:t>
                      </a:r>
                      <a:r>
                        <a:rPr lang="en-GB" sz="12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ubuntu:latest</a:t>
                      </a:r>
                      <a:endParaRPr lang="it-IT" sz="12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RUN </a:t>
                      </a:r>
                      <a:r>
                        <a:rPr lang="en-GB" sz="12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mkdir</a:t>
                      </a: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-p</a:t>
                      </a: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r>
                        <a:rPr lang="en-GB" sz="12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datapaths</a:t>
                      </a:r>
                      <a:endParaRPr lang="en-GB" sz="12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./build/</a:t>
                      </a:r>
                      <a:r>
                        <a:rPr lang="en-GB" sz="12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</a:t>
                      </a: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en-GB" sz="12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kern="1200" noProof="0" dirty="0">
                          <a:solidFill>
                            <a:srgbClr val="098658"/>
                          </a:solidFill>
                          <a:effectLst/>
                          <a:latin typeface="Consolas"/>
                          <a:cs typeface="Times New Roman"/>
                        </a:rPr>
                        <a:t>#COPY ./build/</a:t>
                      </a:r>
                      <a:r>
                        <a:rPr lang="en-GB" sz="1200" b="1" kern="1200" noProof="0" dirty="0" err="1">
                          <a:solidFill>
                            <a:srgbClr val="098658"/>
                          </a:solidFill>
                          <a:effectLst/>
                          <a:latin typeface="Consolas"/>
                          <a:cs typeface="Times New Roman"/>
                        </a:rPr>
                        <a:t>nsnd.cfg</a:t>
                      </a:r>
                      <a:r>
                        <a:rPr lang="en-GB" sz="1200" b="1" kern="1200" noProof="0" dirty="0">
                          <a:solidFill>
                            <a:srgbClr val="098658"/>
                          </a:solidFill>
                          <a:effectLst/>
                          <a:latin typeface="Consolas"/>
                          <a:cs typeface="Times New Roman"/>
                        </a:rPr>
                        <a:t> /app/</a:t>
                      </a:r>
                      <a:endParaRPr lang="en-GB" sz="1200" b="1" kern="1200" dirty="0">
                        <a:solidFill>
                          <a:srgbClr val="098658"/>
                        </a:solidFill>
                        <a:effectLst/>
                        <a:latin typeface="Consolas"/>
                        <a:cs typeface="Times New Roman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./build/</a:t>
                      </a:r>
                      <a:r>
                        <a:rPr lang="en-GB" sz="12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libnsn.o</a:t>
                      </a: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en-GB" sz="12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</a:t>
                      </a:r>
                      <a:r>
                        <a:rPr lang="en-GB" sz="12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datapaths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</a:t>
                      </a:r>
                      <a:r>
                        <a:rPr lang="en-GB" sz="12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udpsock.o</a:t>
                      </a: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r>
                        <a:rPr lang="en-GB" sz="12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datapaths</a:t>
                      </a:r>
                      <a:endParaRPr lang="it-IT" sz="12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./datapaths/libudpsock.so</a:t>
                      </a: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r>
                        <a:rPr lang="en-GB" sz="12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datapaths</a:t>
                      </a:r>
                      <a:endParaRPr lang="en-GB" sz="12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COPY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./datapaths/libtcpsock.so</a:t>
                      </a: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r>
                        <a:rPr lang="en-GB" sz="12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datapaths</a:t>
                      </a:r>
                      <a:endParaRPr lang="en-GB" sz="12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WORKDIR 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/app/</a:t>
                      </a:r>
                      <a:endParaRPr lang="en-GB" sz="12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CMD [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"/app/</a:t>
                      </a:r>
                      <a:r>
                        <a:rPr lang="en-GB" sz="12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</a:t>
                      </a:r>
                      <a:r>
                        <a:rPr lang="en-GB" sz="12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</a:t>
                      </a:r>
                      <a:r>
                        <a:rPr lang="en-GB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]</a:t>
                      </a:r>
                      <a:endParaRPr lang="it-IT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238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79C3B-9161-93B1-6560-D902728C7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348B42-9CF4-1D20-1382-94BFFF96F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/>
              <a:t>  </a:t>
            </a:r>
            <a:r>
              <a:rPr lang="it-IT" err="1"/>
              <a:t>Registry</a:t>
            </a:r>
            <a:r>
              <a:rPr lang="it-IT"/>
              <a:t> locale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06108387-BFF7-8C8A-BC12-5362F7CEA9B1}"/>
              </a:ext>
            </a:extLst>
          </p:cNvPr>
          <p:cNvSpPr txBox="1">
            <a:spLocks/>
          </p:cNvSpPr>
          <p:nvPr/>
        </p:nvSpPr>
        <p:spPr>
          <a:xfrm>
            <a:off x="633437" y="2377613"/>
            <a:ext cx="4849186" cy="2814728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210"/>
            <a:r>
              <a:rPr lang="it-IT" dirty="0">
                <a:latin typeface="Times New Roman"/>
                <a:cs typeface="Times New Roman"/>
              </a:rPr>
              <a:t>Container su VM1 sulla</a:t>
            </a:r>
            <a:br>
              <a:rPr lang="it-IT" dirty="0">
                <a:latin typeface="Times New Roman"/>
                <a:cs typeface="Times New Roman"/>
              </a:rPr>
            </a:br>
            <a:r>
              <a:rPr lang="it-IT" b="1" dirty="0">
                <a:latin typeface="Times New Roman"/>
                <a:cs typeface="Times New Roman"/>
              </a:rPr>
              <a:t>porta 5000</a:t>
            </a:r>
            <a:endParaRPr lang="it-IT" b="1" dirty="0">
              <a:latin typeface="Franklin Gothic Book"/>
              <a:cs typeface="Times New Roman"/>
            </a:endParaRPr>
          </a:p>
          <a:p>
            <a:pPr indent="-283210"/>
            <a:r>
              <a:rPr lang="it-IT" b="1" dirty="0">
                <a:latin typeface="Times New Roman"/>
                <a:cs typeface="Times New Roman"/>
              </a:rPr>
              <a:t>Problema di Sicurezza</a:t>
            </a:r>
            <a:r>
              <a:rPr lang="it-IT" dirty="0">
                <a:latin typeface="Times New Roman"/>
                <a:cs typeface="Times New Roman"/>
              </a:rPr>
              <a:t>: Il </a:t>
            </a:r>
            <a:r>
              <a:rPr lang="it-IT" dirty="0" err="1">
                <a:latin typeface="Times New Roman"/>
                <a:cs typeface="Times New Roman"/>
              </a:rPr>
              <a:t>registry</a:t>
            </a:r>
            <a:r>
              <a:rPr lang="it-IT" dirty="0">
                <a:latin typeface="Times New Roman"/>
                <a:cs typeface="Times New Roman"/>
              </a:rPr>
              <a:t> locale è HTTP, ma </a:t>
            </a:r>
            <a:r>
              <a:rPr lang="it-IT" dirty="0" err="1">
                <a:latin typeface="Times New Roman"/>
                <a:cs typeface="Times New Roman"/>
              </a:rPr>
              <a:t>containerd</a:t>
            </a:r>
            <a:r>
              <a:rPr lang="it-IT" dirty="0">
                <a:latin typeface="Times New Roman"/>
                <a:cs typeface="Times New Roman"/>
              </a:rPr>
              <a:t> vuole HTTPS</a:t>
            </a:r>
          </a:p>
          <a:p>
            <a:pPr indent="-283210"/>
            <a:r>
              <a:rPr lang="it-IT" dirty="0">
                <a:latin typeface="Times New Roman"/>
                <a:cs typeface="Times New Roman"/>
              </a:rPr>
              <a:t>Modifica al file </a:t>
            </a:r>
            <a:r>
              <a:rPr lang="it-IT" dirty="0" err="1">
                <a:latin typeface="Times New Roman"/>
                <a:cs typeface="Times New Roman"/>
              </a:rPr>
              <a:t>config.toml</a:t>
            </a:r>
            <a:endParaRPr lang="it-IT" dirty="0">
              <a:latin typeface="Times New Roman"/>
              <a:cs typeface="Times New Roman"/>
            </a:endParaRPr>
          </a:p>
          <a:p>
            <a:pPr indent="-283210"/>
            <a:endParaRPr lang="it-IT">
              <a:latin typeface="Times New Roman"/>
              <a:cs typeface="Times New Roman"/>
            </a:endParaRP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5C7EEF33-1234-8D65-5325-3F2E72FB6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843716"/>
              </p:ext>
            </p:extLst>
          </p:nvPr>
        </p:nvGraphicFramePr>
        <p:xfrm>
          <a:off x="1147949" y="5037116"/>
          <a:ext cx="9899335" cy="8077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9899335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56490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[plugins.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"io.containerd.grpc.v1.cri"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.registry.mirror.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"192.168.123.147:5000"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]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    endpoint 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=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[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  <a:hlinkClick r:id="rId3"/>
                        </a:rPr>
                        <a:t>http://192.168.123.147:5000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"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]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100" b="0" i="0" u="none" strike="noStrike" noProof="0">
                        <a:solidFill>
                          <a:srgbClr val="000000"/>
                        </a:solidFill>
                        <a:effectLst/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  <p:pic>
        <p:nvPicPr>
          <p:cNvPr id="3" name="Immagine 2" descr="Immagine che contiene testo, schermata, Carattere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F9214BAD-5212-5FC8-4D33-7255B9CA3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5919293"/>
            <a:ext cx="10934700" cy="581025"/>
          </a:xfrm>
          <a:prstGeom prst="rect">
            <a:avLst/>
          </a:prstGeom>
        </p:spPr>
      </p:pic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48FA66AA-26A6-8375-720B-BBE4C49C8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549611"/>
              </p:ext>
            </p:extLst>
          </p:nvPr>
        </p:nvGraphicFramePr>
        <p:xfrm>
          <a:off x="5482441" y="3038102"/>
          <a:ext cx="6218009" cy="10820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6218009">
                  <a:extLst>
                    <a:ext uri="{9D8B030D-6E8A-4147-A177-3AD203B41FA5}">
                      <a16:colId xmlns:a16="http://schemas.microsoft.com/office/drawing/2014/main" val="1103888234"/>
                    </a:ext>
                  </a:extLst>
                </a:gridCol>
              </a:tblGrid>
              <a:tr h="634641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containers:</a:t>
                      </a:r>
                      <a:endParaRPr lang="it-IT" sz="1800" b="1" dirty="0"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- 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name:</a:t>
                      </a: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 </a:t>
                      </a:r>
                      <a:r>
                        <a:rPr lang="en-GB" sz="1800" b="1" i="0" u="none" strike="noStrike" noProof="0" dirty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nsnd</a:t>
                      </a:r>
                      <a:endParaRPr lang="en-GB" sz="1800" b="1" i="0" u="none" strike="noStrike" noProof="0" dirty="0">
                        <a:solidFill>
                          <a:srgbClr val="000000"/>
                        </a:solidFill>
                        <a:effectLst/>
                        <a:latin typeface="Consola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onsolas"/>
                        </a:rPr>
                        <a:t>  image: </a:t>
                      </a:r>
                      <a:r>
                        <a:rPr lang="en-GB" sz="1800" b="1" i="0" u="none" strike="noStrike" noProof="0" dirty="0">
                          <a:solidFill>
                            <a:srgbClr val="098658"/>
                          </a:solidFill>
                          <a:effectLst/>
                          <a:latin typeface="Consolas"/>
                        </a:rPr>
                        <a:t>192.168</a:t>
                      </a:r>
                      <a:r>
                        <a:rPr lang="en-GB" sz="1800" b="1" i="0" u="none" strike="noStrike" noProof="0" dirty="0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.123.147:5000/</a:t>
                      </a:r>
                      <a:r>
                        <a:rPr lang="en-GB" sz="1800" b="1" i="0" u="none" strike="noStrike" noProof="0" err="1">
                          <a:solidFill>
                            <a:srgbClr val="A31515"/>
                          </a:solidFill>
                          <a:effectLst/>
                          <a:latin typeface="Consolas"/>
                        </a:rPr>
                        <a:t>virt-nsnd:latest</a:t>
                      </a:r>
                      <a:endParaRPr lang="en-GB" sz="1800" b="1" err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100" b="0" i="0" u="none" strike="noStrike" noProof="0">
                        <a:solidFill>
                          <a:srgbClr val="000000"/>
                        </a:solidFill>
                        <a:effectLst/>
                        <a:latin typeface="Consola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43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4051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957AB-6B1C-FDD4-2EDA-463E7F4F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8">
            <a:extLst>
              <a:ext uri="{FF2B5EF4-FFF2-40B4-BE49-F238E27FC236}">
                <a16:creationId xmlns:a16="http://schemas.microsoft.com/office/drawing/2014/main" id="{E9F377B5-0ACB-799B-038D-276132DFD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51153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C096A-7D0D-85F6-119B-416F188C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86CA6F-78C0-2C6D-54F5-14EFDE877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 b="0">
                <a:ea typeface="+mj-lt"/>
                <a:cs typeface="+mj-lt"/>
              </a:rPr>
              <a:t>Metodologia di Test</a:t>
            </a:r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31C56F4-EE94-17CD-23E7-102032349D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1935616"/>
          </a:xfrm>
        </p:spPr>
        <p:txBody>
          <a:bodyPr vert="horz" lIns="0" tIns="457200" rIns="0" bIns="0" rtlCol="0" anchor="t">
            <a:normAutofit/>
          </a:bodyPr>
          <a:lstStyle>
            <a:defPPr>
              <a:defRPr lang="it-IT"/>
            </a:defPPr>
          </a:lstStyle>
          <a:p>
            <a:pPr marL="283210" indent="-283210"/>
            <a:endParaRPr lang="it-IT" b="0">
              <a:solidFill>
                <a:schemeClr val="bg1"/>
              </a:solidFill>
              <a:latin typeface="Times New Roman"/>
              <a:ea typeface="+mn-lt"/>
              <a:cs typeface="Times New Roman"/>
            </a:endParaRPr>
          </a:p>
          <a:p>
            <a:pPr lvl="1" indent="-283210"/>
            <a:endParaRPr lang="it-IT">
              <a:latin typeface="Times New Roman"/>
              <a:cs typeface="Times New Roman"/>
            </a:endParaRPr>
          </a:p>
          <a:p>
            <a:pPr marL="283210" indent="-283210"/>
            <a:endParaRPr lang="it-IT">
              <a:solidFill>
                <a:srgbClr val="5D7D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/>
            <a:endParaRPr lang="it-IT">
              <a:solidFill>
                <a:srgbClr val="5D7D40"/>
              </a:solidFill>
              <a:latin typeface="Times New Roman"/>
              <a:cs typeface="Times New Roman"/>
            </a:endParaRPr>
          </a:p>
          <a:p>
            <a:pPr marL="283210" indent="-283210"/>
            <a:endParaRPr lang="it-IT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/>
            <a:endParaRPr lang="it-IT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egnaposto testo 2">
            <a:extLst>
              <a:ext uri="{FF2B5EF4-FFF2-40B4-BE49-F238E27FC236}">
                <a16:creationId xmlns:a16="http://schemas.microsoft.com/office/drawing/2014/main" id="{4E00C435-4C84-E56D-FA5B-F7AAF9D31A54}"/>
              </a:ext>
            </a:extLst>
          </p:cNvPr>
          <p:cNvSpPr txBox="1">
            <a:spLocks/>
          </p:cNvSpPr>
          <p:nvPr/>
        </p:nvSpPr>
        <p:spPr>
          <a:xfrm>
            <a:off x="593725" y="2276178"/>
            <a:ext cx="6788150" cy="4890550"/>
          </a:xfrm>
          <a:prstGeom prst="rect">
            <a:avLst/>
          </a:prstGeom>
        </p:spPr>
        <p:txBody>
          <a:bodyPr vert="horz" lIns="0" tIns="457200" rIns="0" bIns="0" rtlCol="0" anchor="t">
            <a:noAutofit/>
          </a:bodyPr>
          <a:lstStyle>
            <a:defPPr>
              <a:defRPr lang="it-IT"/>
            </a:defPPr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it-IT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r>
              <a:rPr lang="it-IT" sz="2800" b="0">
                <a:solidFill>
                  <a:schemeClr val="bg1"/>
                </a:solidFill>
                <a:latin typeface="Times New Roman"/>
                <a:ea typeface="+mn-lt"/>
                <a:cs typeface="Times New Roman"/>
              </a:rPr>
              <a:t>Scenari (Ambienti):</a:t>
            </a:r>
          </a:p>
          <a:p>
            <a:pPr lvl="1" indent="-283210"/>
            <a:r>
              <a:rPr lang="it-IT" sz="2800">
                <a:latin typeface="Times New Roman"/>
                <a:ea typeface="+mn-lt"/>
                <a:cs typeface="Times New Roman"/>
              </a:rPr>
              <a:t>Bare Metal</a:t>
            </a:r>
            <a:endParaRPr lang="en-US" sz="2800">
              <a:latin typeface="Times New Roman"/>
              <a:ea typeface="+mn-lt"/>
              <a:cs typeface="Times New Roman"/>
            </a:endParaRPr>
          </a:p>
          <a:p>
            <a:pPr lvl="1" indent="-283210"/>
            <a:r>
              <a:rPr lang="it-IT" sz="2800">
                <a:latin typeface="Times New Roman"/>
                <a:ea typeface="+mn-lt"/>
                <a:cs typeface="Times New Roman"/>
              </a:rPr>
              <a:t>Docker</a:t>
            </a:r>
          </a:p>
          <a:p>
            <a:pPr lvl="1" indent="-283210"/>
            <a:r>
              <a:rPr lang="it-IT" sz="2800" err="1">
                <a:latin typeface="Times New Roman"/>
                <a:ea typeface="+mn-lt"/>
                <a:cs typeface="Times New Roman"/>
              </a:rPr>
              <a:t>Kubernetes</a:t>
            </a:r>
            <a:r>
              <a:rPr lang="it-IT" sz="2800">
                <a:latin typeface="Times New Roman"/>
                <a:ea typeface="+mn-lt"/>
                <a:cs typeface="Times New Roman"/>
              </a:rPr>
              <a:t> (</a:t>
            </a:r>
            <a:r>
              <a:rPr lang="it-IT" sz="2800" err="1">
                <a:latin typeface="Times New Roman"/>
                <a:ea typeface="+mn-lt"/>
                <a:cs typeface="Times New Roman"/>
              </a:rPr>
              <a:t>Calico</a:t>
            </a:r>
            <a:r>
              <a:rPr lang="it-IT" sz="2800">
                <a:latin typeface="Times New Roman"/>
                <a:ea typeface="+mn-lt"/>
                <a:cs typeface="Times New Roman"/>
              </a:rPr>
              <a:t>)</a:t>
            </a:r>
            <a:endParaRPr lang="it-IT" sz="2800"/>
          </a:p>
          <a:p>
            <a:pPr marL="283210" indent="-283210"/>
            <a:r>
              <a:rPr lang="it-IT" sz="2800" b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Protocollo: TCP vs UDP</a:t>
            </a:r>
            <a:endParaRPr lang="it-IT" sz="2800">
              <a:solidFill>
                <a:schemeClr val="bg1"/>
              </a:solidFill>
            </a:endParaRPr>
          </a:p>
          <a:p>
            <a:pPr marL="283210" indent="-283210"/>
            <a:r>
              <a:rPr lang="it-IT" sz="2800" b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Payload: 512 B vs 1024 B</a:t>
            </a:r>
          </a:p>
          <a:p>
            <a:pPr marL="0" indent="0">
              <a:buNone/>
            </a:pPr>
            <a:endParaRPr lang="it-IT">
              <a:solidFill>
                <a:srgbClr val="5D7D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/>
            <a:endParaRPr lang="it-IT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/>
            <a:endParaRPr lang="it-IT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10BB337B-D6D8-6A4F-EA79-23B3B4C0A3C9}"/>
              </a:ext>
            </a:extLst>
          </p:cNvPr>
          <p:cNvSpPr txBox="1">
            <a:spLocks/>
          </p:cNvSpPr>
          <p:nvPr/>
        </p:nvSpPr>
        <p:spPr>
          <a:xfrm>
            <a:off x="5401838" y="2351305"/>
            <a:ext cx="6788150" cy="3709987"/>
          </a:xfrm>
          <a:prstGeom prst="rect">
            <a:avLst/>
          </a:prstGeom>
        </p:spPr>
        <p:txBody>
          <a:bodyPr vert="horz" lIns="0" tIns="457200" rIns="0" bIns="0" rtlCol="0" anchor="t">
            <a:noAutofit/>
          </a:bodyPr>
          <a:lstStyle>
            <a:defPPr>
              <a:defRPr lang="it-IT"/>
            </a:defPPr>
            <a:lvl1pPr marL="283464" indent="-283464" algn="l" defTabSz="914400" rtl="0" eaLnBrk="1" latinLnBrk="0" hangingPunct="1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it-IT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210" indent="-283210"/>
            <a:endParaRPr lang="it-IT" sz="2800" b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it-IT" sz="2800" b="0">
              <a:solidFill>
                <a:schemeClr val="bg1"/>
              </a:solidFill>
              <a:latin typeface="Times New Roman"/>
              <a:ea typeface="+mn-lt"/>
              <a:cs typeface="+mn-lt"/>
            </a:endParaRPr>
          </a:p>
          <a:p>
            <a:pPr marL="283210" indent="-283210"/>
            <a:r>
              <a:rPr lang="it-IT" sz="2800" b="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N. Pacchetti: 10.000 vs 100.000</a:t>
            </a:r>
          </a:p>
          <a:p>
            <a:pPr marL="283210" indent="-283210"/>
            <a:r>
              <a:rPr lang="it-IT" sz="2800" b="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Metrica: </a:t>
            </a:r>
            <a:r>
              <a:rPr lang="it-IT" sz="28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Tempo medio (</a:t>
            </a:r>
            <a:r>
              <a:rPr lang="it-IT" sz="280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ms</a:t>
            </a:r>
            <a:r>
              <a:rPr lang="it-IT" sz="28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)</a:t>
            </a:r>
            <a:r>
              <a:rPr lang="it-IT" sz="2800" b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su 5 esecuzioni</a:t>
            </a:r>
          </a:p>
          <a:p>
            <a:pPr marL="283210" indent="-283210"/>
            <a:endParaRPr lang="it-IT">
              <a:solidFill>
                <a:srgbClr val="5D7D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/>
            <a:endParaRPr lang="it-IT">
              <a:solidFill>
                <a:srgbClr val="5D7D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/>
            <a:endParaRPr lang="it-IT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indent="-283210"/>
            <a:endParaRPr lang="it-IT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magine 8" descr="Immagine che contiene testo, numero, Parallelo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5324CE2F-A236-D4A4-7D61-53BC2030D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260" y="85457"/>
            <a:ext cx="4301678" cy="334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620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60F63-434F-3CDE-67D4-C1B79D52F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C3CE6B-9809-D00C-B8E3-2B8BEF78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-237686"/>
            <a:ext cx="9778365" cy="1494596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 b="0">
                <a:ea typeface="+mj-lt"/>
                <a:cs typeface="+mj-lt"/>
              </a:rPr>
              <a:t>Overhead della Virtualizzazione</a:t>
            </a:r>
            <a:endParaRPr lang="it-IT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959E80BB-1B71-4A93-5FE6-CE97FE6BD2A5}"/>
              </a:ext>
            </a:extLst>
          </p:cNvPr>
          <p:cNvSpPr txBox="1">
            <a:spLocks/>
          </p:cNvSpPr>
          <p:nvPr/>
        </p:nvSpPr>
        <p:spPr>
          <a:xfrm>
            <a:off x="116136" y="5073922"/>
            <a:ext cx="12076214" cy="2814728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3210"/>
            <a:r>
              <a:rPr lang="it-IT" dirty="0">
                <a:latin typeface="Times New Roman"/>
                <a:ea typeface="+mn-lt"/>
                <a:cs typeface="+mn-lt"/>
              </a:rPr>
              <a:t>Bare Metal &lt; Docker &lt; </a:t>
            </a:r>
            <a:r>
              <a:rPr lang="it-IT" dirty="0" err="1">
                <a:latin typeface="Times New Roman"/>
                <a:ea typeface="+mn-lt"/>
                <a:cs typeface="+mn-lt"/>
              </a:rPr>
              <a:t>Kubernetes</a:t>
            </a:r>
            <a:endParaRPr lang="it-IT" dirty="0">
              <a:latin typeface="Times New Roman"/>
              <a:cs typeface="Times New Roman"/>
            </a:endParaRPr>
          </a:p>
          <a:p>
            <a:pPr indent="-283210"/>
            <a:r>
              <a:rPr lang="it-IT" dirty="0">
                <a:latin typeface="Times New Roman"/>
                <a:ea typeface="+mn-lt"/>
                <a:cs typeface="+mn-lt"/>
              </a:rPr>
              <a:t>L'overhead di Docker è minimo, quasi identico a Bare Metal</a:t>
            </a:r>
            <a:endParaRPr lang="it-IT" dirty="0">
              <a:latin typeface="Times New Roman"/>
              <a:cs typeface="Times New Roman"/>
            </a:endParaRPr>
          </a:p>
          <a:p>
            <a:pPr indent="-283210"/>
            <a:r>
              <a:rPr lang="it-IT" dirty="0">
                <a:latin typeface="Times New Roman"/>
                <a:ea typeface="+mn-lt"/>
                <a:cs typeface="+mn-lt"/>
              </a:rPr>
              <a:t>L'overhead di </a:t>
            </a:r>
            <a:r>
              <a:rPr lang="it-IT" err="1">
                <a:latin typeface="Times New Roman"/>
                <a:ea typeface="+mn-lt"/>
                <a:cs typeface="+mn-lt"/>
              </a:rPr>
              <a:t>Kubernetes</a:t>
            </a:r>
            <a:r>
              <a:rPr lang="it-IT" dirty="0">
                <a:latin typeface="Times New Roman"/>
                <a:ea typeface="+mn-lt"/>
                <a:cs typeface="+mn-lt"/>
              </a:rPr>
              <a:t> è </a:t>
            </a:r>
            <a:r>
              <a:rPr lang="it-IT" b="1" dirty="0">
                <a:latin typeface="Times New Roman"/>
                <a:ea typeface="+mn-lt"/>
                <a:cs typeface="+mn-lt"/>
              </a:rPr>
              <a:t>il più significativo</a:t>
            </a:r>
          </a:p>
          <a:p>
            <a:pPr indent="-283210"/>
            <a:endParaRPr lang="it-IT">
              <a:ea typeface="+mn-lt"/>
              <a:cs typeface="+mn-lt"/>
            </a:endParaRPr>
          </a:p>
          <a:p>
            <a:pPr indent="-283210"/>
            <a:endParaRPr lang="it-IT">
              <a:latin typeface="Times New Roman"/>
              <a:cs typeface="Times New Roman"/>
            </a:endParaRPr>
          </a:p>
        </p:txBody>
      </p:sp>
      <p:pic>
        <p:nvPicPr>
          <p:cNvPr id="5" name="Immagine 4" descr="Immagine che contiene Diagramma, linea, diagramm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0ED35D4F-E7A1-9194-C69F-B4F742488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85" y="1508613"/>
            <a:ext cx="11180151" cy="331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798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E787-E5FD-5480-735F-8818F2A67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6A4A2A9E-2D19-51B7-5054-5305C2AC0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" y="11575"/>
            <a:ext cx="10873740" cy="1680205"/>
          </a:xfrm>
        </p:spPr>
        <p:txBody>
          <a:bodyPr rtlCol="0"/>
          <a:lstStyle>
            <a:defPPr>
              <a:defRPr lang="it-IT"/>
            </a:defPPr>
          </a:lstStyle>
          <a:p>
            <a:pPr algn="just"/>
            <a:r>
              <a:rPr lang="it-IT" b="0">
                <a:ea typeface="+mj-lt"/>
                <a:cs typeface="+mj-lt"/>
              </a:rPr>
              <a:t>Scalabilità </a:t>
            </a:r>
            <a:endParaRPr lang="it-IT"/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E5D063AC-7B41-6B10-9B68-882A8B1CA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igura a mano libera 19">
              <a:extLst>
                <a:ext uri="{FF2B5EF4-FFF2-40B4-BE49-F238E27FC236}">
                  <a16:creationId xmlns:a16="http://schemas.microsoft.com/office/drawing/2014/main" id="{D0008614-5E45-EAAB-110F-A226675FF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1" name="Figura a mano libera 20">
              <a:extLst>
                <a:ext uri="{FF2B5EF4-FFF2-40B4-BE49-F238E27FC236}">
                  <a16:creationId xmlns:a16="http://schemas.microsoft.com/office/drawing/2014/main" id="{9D54F8C9-9ABA-FA4B-AEBA-4364C1603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  <p:sp>
          <p:nvSpPr>
            <p:cNvPr id="22" name="Figura a mano libera 21">
              <a:extLst>
                <a:ext uri="{FF2B5EF4-FFF2-40B4-BE49-F238E27FC236}">
                  <a16:creationId xmlns:a16="http://schemas.microsoft.com/office/drawing/2014/main" id="{54E2C73F-5742-3ACA-3573-FF70AB849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/>
            </a:p>
          </p:txBody>
        </p:sp>
      </p:grp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B07CFB53-5572-6CD6-6545-1CD546EF3D61}"/>
              </a:ext>
            </a:extLst>
          </p:cNvPr>
          <p:cNvSpPr txBox="1">
            <a:spLocks/>
          </p:cNvSpPr>
          <p:nvPr/>
        </p:nvSpPr>
        <p:spPr>
          <a:xfrm>
            <a:off x="207905" y="2318236"/>
            <a:ext cx="5502328" cy="2794936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it-IT"/>
            </a:defPPr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it-IT"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83210"/>
            <a:r>
              <a:rPr lang="it-IT" dirty="0">
                <a:latin typeface="Times New Roman"/>
                <a:ea typeface="+mn-lt"/>
                <a:cs typeface="+mn-lt"/>
              </a:rPr>
              <a:t>Il sistema </a:t>
            </a:r>
            <a:r>
              <a:rPr lang="it-IT" b="1" dirty="0">
                <a:latin typeface="Times New Roman"/>
                <a:ea typeface="+mn-lt"/>
                <a:cs typeface="+mn-lt"/>
              </a:rPr>
              <a:t>scala linearmente</a:t>
            </a:r>
            <a:r>
              <a:rPr lang="it-IT" dirty="0">
                <a:latin typeface="Times New Roman"/>
                <a:ea typeface="+mn-lt"/>
                <a:cs typeface="+mn-lt"/>
              </a:rPr>
              <a:t>. Non ci sono "muri" o crolli di performance</a:t>
            </a:r>
          </a:p>
          <a:p>
            <a:pPr lvl="1" indent="-283210"/>
            <a:r>
              <a:rPr lang="it-IT" dirty="0">
                <a:latin typeface="Times New Roman"/>
                <a:ea typeface="+mn-lt"/>
                <a:cs typeface="+mn-lt"/>
              </a:rPr>
              <a:t>TCP maggiore latenza  a causa del </a:t>
            </a:r>
            <a:r>
              <a:rPr lang="it-IT">
                <a:latin typeface="Times New Roman"/>
                <a:ea typeface="+mn-lt"/>
                <a:cs typeface="+mn-lt"/>
              </a:rPr>
              <a:t>controllo di flusso</a:t>
            </a:r>
          </a:p>
          <a:p>
            <a:pPr lvl="1" indent="-283210"/>
            <a:endParaRPr lang="it-IT"/>
          </a:p>
        </p:txBody>
      </p:sp>
      <p:pic>
        <p:nvPicPr>
          <p:cNvPr id="4" name="Immagine 3" descr="Immagine che contiene testo, schermata, numer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A30E5180-8629-46F9-8335-0487E7B87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730" y="52388"/>
            <a:ext cx="5572125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768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it-IT"/>
            </a:defPPr>
          </a:lstStyle>
          <a:p>
            <a:r>
              <a:rPr lang="it-IT"/>
              <a:t>Grazie per l'attenzione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4_TF78853419_Win32" id="{3ED6E92A-08EA-49C8-8CDD-3C359BC72750}" vid="{18A8D122-DF74-4B77-85CD-55A103CD41C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469fa40-4dd0-4d34-975f-23c9b0af6d9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C0A4D3B2C0E94B8D681D2996B10E1A" ma:contentTypeVersion="13" ma:contentTypeDescription="Create a new document." ma:contentTypeScope="" ma:versionID="0227d95661f7855f82ee5cfc259937b3">
  <xsd:schema xmlns:xsd="http://www.w3.org/2001/XMLSchema" xmlns:xs="http://www.w3.org/2001/XMLSchema" xmlns:p="http://schemas.microsoft.com/office/2006/metadata/properties" xmlns:ns3="4469fa40-4dd0-4d34-975f-23c9b0af6d92" xmlns:ns4="899e4eb5-63e9-43c9-bcc1-ed98395e43a2" targetNamespace="http://schemas.microsoft.com/office/2006/metadata/properties" ma:root="true" ma:fieldsID="6aad28ec3b05945575fa43dc0d224717" ns3:_="" ns4:_="">
    <xsd:import namespace="4469fa40-4dd0-4d34-975f-23c9b0af6d92"/>
    <xsd:import namespace="899e4eb5-63e9-43c9-bcc1-ed98395e43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9fa40-4dd0-4d34-975f-23c9b0af6d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9e4eb5-63e9-43c9-bcc1-ed98395e43a2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4469fa40-4dd0-4d34-975f-23c9b0af6d92"/>
    <ds:schemaRef ds:uri="899e4eb5-63e9-43c9-bcc1-ed98395e43a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48AFCA-20CA-4CD4-9EDE-BC1EDF3BCDD9}">
  <ds:schemaRefs>
    <ds:schemaRef ds:uri="4469fa40-4dd0-4d34-975f-23c9b0af6d92"/>
    <ds:schemaRef ds:uri="899e4eb5-63e9-43c9-bcc1-ed98395e43a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{C779741F-628F-40BE-8A8F-E2C045A32380}tf78853419_win32</Template>
  <TotalTime>26</TotalTime>
  <Words>1913</Words>
  <Application>Microsoft Office PowerPoint</Application>
  <PresentationFormat>Widescreen</PresentationFormat>
  <Paragraphs>367</Paragraphs>
  <Slides>28</Slides>
  <Notes>28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28</vt:i4>
      </vt:variant>
    </vt:vector>
  </HeadingPairs>
  <TitlesOfParts>
    <vt:vector size="35" baseType="lpstr">
      <vt:lpstr>Arial</vt:lpstr>
      <vt:lpstr>Calibri</vt:lpstr>
      <vt:lpstr>Consolas</vt:lpstr>
      <vt:lpstr>Franklin Gothic Book</vt:lpstr>
      <vt:lpstr>Franklin Gothic Demi</vt:lpstr>
      <vt:lpstr>Times New Roman</vt:lpstr>
      <vt:lpstr>Personalizzata</vt:lpstr>
      <vt:lpstr>Virtualizzazione di INSANE</vt:lpstr>
      <vt:lpstr>Cosa è INSANE</vt:lpstr>
      <vt:lpstr>Come funziona INSANE</vt:lpstr>
      <vt:lpstr>Configurazione del demone</vt:lpstr>
      <vt:lpstr>Obiettivi del progetto</vt:lpstr>
      <vt:lpstr>Docker</vt:lpstr>
      <vt:lpstr>Comandi per l’avvio dei container</vt:lpstr>
      <vt:lpstr>Creazione delle immagini</vt:lpstr>
      <vt:lpstr>Dockerfile (Multi stage build)</vt:lpstr>
      <vt:lpstr>Dockerfile (Single stage build)</vt:lpstr>
      <vt:lpstr>Tag --privileged</vt:lpstr>
      <vt:lpstr>Connettività (Network host)</vt:lpstr>
      <vt:lpstr>Connettività (Macvlan)</vt:lpstr>
      <vt:lpstr>Connettività (Macvlan)</vt:lpstr>
      <vt:lpstr>Avvio dei container</vt:lpstr>
      <vt:lpstr>Kubernetes</vt:lpstr>
      <vt:lpstr> Sidecar VS Daemonset</vt:lpstr>
      <vt:lpstr> Sidecar VS Daemonset</vt:lpstr>
      <vt:lpstr>K3s</vt:lpstr>
      <vt:lpstr>Kubernetes</vt:lpstr>
      <vt:lpstr> Manifest YAML</vt:lpstr>
      <vt:lpstr> Configmap</vt:lpstr>
      <vt:lpstr>  Registry locale</vt:lpstr>
      <vt:lpstr>Test</vt:lpstr>
      <vt:lpstr>Metodologia di Test</vt:lpstr>
      <vt:lpstr>Overhead della Virtualizzazione</vt:lpstr>
      <vt:lpstr>Scalabilità </vt:lpstr>
      <vt:lpstr>Grazie per l'attenzione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Candela - christian.candela@studio.unibo.it</dc:creator>
  <cp:lastModifiedBy>Christian Candela - christian.candela@studio.unibo.it</cp:lastModifiedBy>
  <cp:revision>98</cp:revision>
  <dcterms:created xsi:type="dcterms:W3CDTF">2025-10-23T12:54:18Z</dcterms:created>
  <dcterms:modified xsi:type="dcterms:W3CDTF">2025-10-26T07:38:13Z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0x010100FCC0A4D3B2C0E94B8D681D2996B10E1A</vt:lpwstr>
  </property>
</Properties>
</file>